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3" r:id="rId8"/>
    <p:sldId id="258" r:id="rId9"/>
    <p:sldId id="259" r:id="rId10"/>
    <p:sldId id="260" r:id="rId11"/>
    <p:sldId id="261" r:id="rId12"/>
    <p:sldId id="262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27E1E5-1161-FFEC-D4FA-3D4369640D07}" v="6" dt="2025-08-07T06:36:58.035"/>
    <p1510:client id="{621CB713-ADE5-4295-9885-4755E87EA03A}" v="31" dt="2025-08-07T06:38:3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 M" userId="977ad93bc3f529fa" providerId="LiveId" clId="{621CB713-ADE5-4295-9885-4755E87EA03A}"/>
    <pc:docChg chg="addSld modSld">
      <pc:chgData name="i M" userId="977ad93bc3f529fa" providerId="LiveId" clId="{621CB713-ADE5-4295-9885-4755E87EA03A}" dt="2025-08-07T06:38:38.422" v="37" actId="20577"/>
      <pc:docMkLst>
        <pc:docMk/>
      </pc:docMkLst>
      <pc:sldChg chg="modSp mod">
        <pc:chgData name="i M" userId="977ad93bc3f529fa" providerId="LiveId" clId="{621CB713-ADE5-4295-9885-4755E87EA03A}" dt="2025-08-07T06:38:38.422" v="37" actId="20577"/>
        <pc:sldMkLst>
          <pc:docMk/>
          <pc:sldMk cId="299051664" sldId="257"/>
        </pc:sldMkLst>
        <pc:spChg chg="mod">
          <ac:chgData name="i M" userId="977ad93bc3f529fa" providerId="LiveId" clId="{621CB713-ADE5-4295-9885-4755E87EA03A}" dt="2025-08-07T06:38:38.422" v="37" actId="20577"/>
          <ac:spMkLst>
            <pc:docMk/>
            <pc:sldMk cId="299051664" sldId="257"/>
            <ac:spMk id="2" creationId="{E21B15F5-E5A8-7EA9-2577-A7D483B44682}"/>
          </ac:spMkLst>
        </pc:spChg>
      </pc:sldChg>
      <pc:sldChg chg="new">
        <pc:chgData name="i M" userId="977ad93bc3f529fa" providerId="LiveId" clId="{621CB713-ADE5-4295-9885-4755E87EA03A}" dt="2025-08-07T06:37:04.450" v="0" actId="680"/>
        <pc:sldMkLst>
          <pc:docMk/>
          <pc:sldMk cId="681173607" sldId="264"/>
        </pc:sldMkLst>
      </pc:sldChg>
      <pc:sldChg chg="new">
        <pc:chgData name="i M" userId="977ad93bc3f529fa" providerId="LiveId" clId="{621CB713-ADE5-4295-9885-4755E87EA03A}" dt="2025-08-07T06:37:04.941" v="1" actId="680"/>
        <pc:sldMkLst>
          <pc:docMk/>
          <pc:sldMk cId="2026305717" sldId="265"/>
        </pc:sldMkLst>
      </pc:sldChg>
      <pc:sldChg chg="new">
        <pc:chgData name="i M" userId="977ad93bc3f529fa" providerId="LiveId" clId="{621CB713-ADE5-4295-9885-4755E87EA03A}" dt="2025-08-07T06:37:05.376" v="2" actId="680"/>
        <pc:sldMkLst>
          <pc:docMk/>
          <pc:sldMk cId="957244539" sldId="266"/>
        </pc:sldMkLst>
      </pc:sldChg>
      <pc:sldChg chg="new">
        <pc:chgData name="i M" userId="977ad93bc3f529fa" providerId="LiveId" clId="{621CB713-ADE5-4295-9885-4755E87EA03A}" dt="2025-08-07T06:37:05.792" v="3" actId="680"/>
        <pc:sldMkLst>
          <pc:docMk/>
          <pc:sldMk cId="1662403461" sldId="267"/>
        </pc:sldMkLst>
      </pc:sldChg>
      <pc:sldChg chg="new">
        <pc:chgData name="i M" userId="977ad93bc3f529fa" providerId="LiveId" clId="{621CB713-ADE5-4295-9885-4755E87EA03A}" dt="2025-08-07T06:37:10.603" v="4" actId="680"/>
        <pc:sldMkLst>
          <pc:docMk/>
          <pc:sldMk cId="4100532967" sldId="268"/>
        </pc:sldMkLst>
      </pc:sldChg>
      <pc:sldChg chg="new">
        <pc:chgData name="i M" userId="977ad93bc3f529fa" providerId="LiveId" clId="{621CB713-ADE5-4295-9885-4755E87EA03A}" dt="2025-08-07T06:37:10.955" v="5" actId="680"/>
        <pc:sldMkLst>
          <pc:docMk/>
          <pc:sldMk cId="32001747" sldId="269"/>
        </pc:sldMkLst>
      </pc:sldChg>
      <pc:sldChg chg="new">
        <pc:chgData name="i M" userId="977ad93bc3f529fa" providerId="LiveId" clId="{621CB713-ADE5-4295-9885-4755E87EA03A}" dt="2025-08-07T06:37:11.342" v="6" actId="680"/>
        <pc:sldMkLst>
          <pc:docMk/>
          <pc:sldMk cId="1818341299" sldId="270"/>
        </pc:sldMkLst>
      </pc:sldChg>
    </pc:docChg>
  </pc:docChgLst>
  <pc:docChgLst>
    <pc:chgData name="ゲスト ユーザー" providerId="Windows Live" clId="Web-{0827E1E5-1161-FFEC-D4FA-3D4369640D07}"/>
    <pc:docChg chg="addSld">
      <pc:chgData name="ゲスト ユーザー" userId="" providerId="Windows Live" clId="Web-{0827E1E5-1161-FFEC-D4FA-3D4369640D07}" dt="2025-08-07T06:36:58.035" v="5"/>
      <pc:docMkLst>
        <pc:docMk/>
      </pc:docMkLst>
      <pc:sldChg chg="new">
        <pc:chgData name="ゲスト ユーザー" userId="" providerId="Windows Live" clId="Web-{0827E1E5-1161-FFEC-D4FA-3D4369640D07}" dt="2025-08-07T06:36:48.112" v="0"/>
        <pc:sldMkLst>
          <pc:docMk/>
          <pc:sldMk cId="3291683260" sldId="258"/>
        </pc:sldMkLst>
      </pc:sldChg>
      <pc:sldChg chg="new">
        <pc:chgData name="ゲスト ユーザー" userId="" providerId="Windows Live" clId="Web-{0827E1E5-1161-FFEC-D4FA-3D4369640D07}" dt="2025-08-07T06:36:48.878" v="1"/>
        <pc:sldMkLst>
          <pc:docMk/>
          <pc:sldMk cId="668894878" sldId="259"/>
        </pc:sldMkLst>
      </pc:sldChg>
      <pc:sldChg chg="new">
        <pc:chgData name="ゲスト ユーザー" userId="" providerId="Windows Live" clId="Web-{0827E1E5-1161-FFEC-D4FA-3D4369640D07}" dt="2025-08-07T06:36:49.894" v="2"/>
        <pc:sldMkLst>
          <pc:docMk/>
          <pc:sldMk cId="2556894226" sldId="260"/>
        </pc:sldMkLst>
      </pc:sldChg>
      <pc:sldChg chg="new">
        <pc:chgData name="ゲスト ユーザー" userId="" providerId="Windows Live" clId="Web-{0827E1E5-1161-FFEC-D4FA-3D4369640D07}" dt="2025-08-07T06:36:50.441" v="3"/>
        <pc:sldMkLst>
          <pc:docMk/>
          <pc:sldMk cId="535603748" sldId="261"/>
        </pc:sldMkLst>
      </pc:sldChg>
      <pc:sldChg chg="new">
        <pc:chgData name="ゲスト ユーザー" userId="" providerId="Windows Live" clId="Web-{0827E1E5-1161-FFEC-D4FA-3D4369640D07}" dt="2025-08-07T06:36:51.113" v="4"/>
        <pc:sldMkLst>
          <pc:docMk/>
          <pc:sldMk cId="737858346" sldId="262"/>
        </pc:sldMkLst>
      </pc:sldChg>
      <pc:sldChg chg="new">
        <pc:chgData name="ゲスト ユーザー" userId="" providerId="Windows Live" clId="Web-{0827E1E5-1161-FFEC-D4FA-3D4369640D07}" dt="2025-08-07T06:36:58.035" v="5"/>
        <pc:sldMkLst>
          <pc:docMk/>
          <pc:sldMk cId="3841522439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A53EA4-9AA0-0B83-A722-CD72C3D54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D8B024E-7779-D987-9F61-BCC52FDC4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868B05-238A-AC81-7B2F-FC39C1F2A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C28021-7601-445C-74CB-ABD6AEDF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41D1BF-0EB4-ACEB-7E21-BEE5DDE1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4846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DCEA41-6BA5-2696-E847-96FDB5D3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545ED1-448D-6846-68A1-3DC960751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56D107-D83A-3C02-7F5A-2D06A36FF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2985A6-AA69-A0DE-91A3-A48C47020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46B6BE-229A-8FB8-DD85-D2A8D6CC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2231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DD65A-3A29-F057-7AFA-A9D87558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8A0395-0AA8-6534-4499-B5E590B55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28AAE9-410C-F7E9-62FE-7F63266E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8E0BA8-7541-B144-D2C6-1C4970A8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6E3F82-9D32-2097-E315-7734F4C1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05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180AFB-8F5F-00EE-B0C2-530A6462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AAEDD4-6A71-FDEC-AE53-1ADD3F284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79F8FEA-C0B2-A87C-A31F-FF79D791E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66467C-BFD5-BAED-935D-4D9B7B7C3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C7D894-43BF-AE40-86B2-26852B80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9A2B16-A49A-9293-D362-AB22C4B3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7222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4A110B-CC91-13AE-595E-595A71D0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726B34-B022-E458-126E-8D023C988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E17AB9-E10C-E329-C263-D4FC46E9F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B414409-6DEC-0D41-AD24-73C1DB42E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A42DCDA-A2D3-8C9A-CDC3-E3FEBA889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7F9AAC-B848-8515-F450-0AB006C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BD1DD1-4503-8998-86FA-A5795A4C3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76005E-018B-EAF6-3031-BAF890FB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1590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C6253D-558A-0978-8D6C-BCDB9B83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B9025C1-D7E6-C31D-8A08-28553D28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B0E09A1-DDB0-9ADC-8649-0A76FE539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BA0D331-9A9B-2D92-9578-36E5BA3F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26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B536B1B-C727-6289-178D-F89442E6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01294C3-9627-1484-CB90-D05D24A80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FC5F86-3207-7E18-0D44-E8969B3F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277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7369FD-9FC8-EF41-BA6F-DC41D53B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A37272-8ED6-BFE3-38E0-1825B5375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D56A16-942F-70A3-E8CE-9167D9465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923CDD-02EB-1CAB-3DB2-E0BAFE62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5E8336-389F-F428-0B2F-4B6B5DDC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85F869-497B-EBBE-8521-16A2BD3A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12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9FC91-66AC-F848-48EF-6723BA4C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98E4F3A-35DB-CDC8-7A67-011A44277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B0F3EB-FE2B-33CE-8220-88A76C40B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2BB44D-FD9B-A7FB-DEE4-7C3B9F74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5150D8-DA91-17EB-F6BD-D19ED098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17DA8B-C70D-1429-BD1C-53DAD02C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616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3A1818-61FA-9DB1-BD40-2A9C1A3B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9AE2153-8D1C-4C88-E215-91AAE1846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83C052-A068-A364-36BF-6B7FD270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CA1518-BB24-A699-70DE-E77F05DD9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280420-70CF-4A74-FDDA-76B3BAA1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556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88A5744-64D8-1D8A-92CF-0E99DF324E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BD10B2-2BDE-4D71-5811-6172BE144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74F1DC-F328-3344-84B2-4D9C9D3AB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7A1D10-248B-BA92-E1DC-CE75A98D1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A4A799-6A80-B367-8C51-E2CBEBC9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35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5FA37AC-15C3-641A-6A54-9426ED4D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0242AF-ADD9-6C80-279D-DFD04304B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618C9B-0BC6-F7DB-14C6-53ADE4B52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23CC7-7434-4BAF-8E34-BCF8D7E2F678}" type="datetimeFigureOut">
              <a:rPr kumimoji="1" lang="ja-JP" altLang="en-US" smtClean="0"/>
              <a:t>2025/8/6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4C7BC2-AFA7-72D6-EC0A-9D58DF8CA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6F035E-BED6-5AB7-2608-6785F9C0C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C6DFB-A5A6-4ED4-8B26-D8C4882B8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916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F079F-96AF-9F44-F323-E9F01382BB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中間</a:t>
            </a:r>
            <a:r>
              <a:rPr lang="ja-JP" altLang="en-US"/>
              <a:t>発表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53F0EE4-64E9-4AD0-16E2-223FCDB5C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Chamu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726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1B15F5-E5A8-7EA9-2577-A7D483B4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課題：二歩に</a:t>
            </a:r>
          </a:p>
        </p:txBody>
      </p:sp>
    </p:spTree>
    <p:extLst>
      <p:ext uri="{BB962C8B-B14F-4D97-AF65-F5344CB8AC3E}">
        <p14:creationId xmlns:p14="http://schemas.microsoft.com/office/powerpoint/2010/main" val="29905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6C8C16-A6D4-0D78-5D20-FB42C09B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13288A-E64B-7459-CBD7-95D616CAF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1173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FCA067-6311-52D9-532A-420CDBCA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C5A8A4-0487-7E98-2530-C77DA6F55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6305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EA8A0A-A969-D7F7-1733-4B50FE1C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F03209-0301-68F1-5F61-64C86A2CC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24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572A46-1D56-A5F3-2941-F0C67893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55C6B8-698B-D131-9960-B7BA06DD9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403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EC89A3-32A1-B580-24BC-B6D15241E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D0431F-A154-6492-DE9E-F62547CD9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52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E924D-DFA9-10B8-68AD-F5C812DD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2089D8-D4AC-07B3-ACCD-DE449CD95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683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595EF0-C73A-88EE-320A-27C9F2C7D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118A2F-C2D2-708A-7051-69CF92C21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894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C8C74C-E0F8-E769-E9C6-3BD71D44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4F5B3F-6CE4-8155-B094-F1210A5DB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6894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FA202E-FDC1-BEED-99A3-B5F70C60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4076CA-0CC8-F810-EE0C-2F00C8A89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560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ABBCB5-0D3B-C7BB-5717-DED91037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A199CD-C2DA-74C4-C376-E6AB841D6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7858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D6F6FA-F108-B70D-7890-98E8E6D2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9B2FE6-657B-852F-1D12-2C54A3678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532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3234D7-6304-336A-FBB1-7D1205D1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02B727-0890-64D4-E9B7-8DDA9A8D6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01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C32399-B28E-DAD5-34D9-D3AC1893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118286-255E-A9CA-5730-882197DC9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8341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テーマ</vt:lpstr>
      <vt:lpstr>中間発表</vt:lpstr>
      <vt:lpstr>課題：二歩に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 M</dc:creator>
  <cp:revision>1</cp:revision>
  <dcterms:created xsi:type="dcterms:W3CDTF">2025-08-07T05:20:24Z</dcterms:created>
  <dcterms:modified xsi:type="dcterms:W3CDTF">2025-08-07T06:39:04Z</dcterms:modified>
</cp:coreProperties>
</file>