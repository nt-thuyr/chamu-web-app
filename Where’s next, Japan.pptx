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handoutMasterIdLst>
    <p:handoutMasterId r:id="rId13"/>
  </p:handoutMasterIdLst>
  <p:sldIdLst>
    <p:sldId id="256" r:id="rId2"/>
    <p:sldId id="282" r:id="rId3"/>
    <p:sldId id="266" r:id="rId4"/>
    <p:sldId id="283" r:id="rId5"/>
    <p:sldId id="284" r:id="rId6"/>
    <p:sldId id="270" r:id="rId7"/>
    <p:sldId id="267" r:id="rId8"/>
    <p:sldId id="263" r:id="rId9"/>
    <p:sldId id="262" r:id="rId10"/>
    <p:sldId id="264" r:id="rId11"/>
  </p:sldIdLst>
  <p:sldSz cx="12192000" cy="6858000"/>
  <p:notesSz cx="6858000" cy="9144000"/>
  <p:defaultTextStyle>
    <a:defPPr rtl="0">
      <a:defRPr lang="ja-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CE8AF3-C02F-421B-8076-9B74F3C09C1A}" v="2" dt="2025-08-13T06:28:00.0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632" autoAdjust="0"/>
    <p:restoredTop sz="67487" autoAdjust="0"/>
  </p:normalViewPr>
  <p:slideViewPr>
    <p:cSldViewPr snapToGrid="0">
      <p:cViewPr varScale="1">
        <p:scale>
          <a:sx n="50" d="100"/>
          <a:sy n="50" d="100"/>
        </p:scale>
        <p:origin x="916" y="32"/>
      </p:cViewPr>
      <p:guideLst/>
    </p:cSldViewPr>
  </p:slideViewPr>
  <p:notesTextViewPr>
    <p:cViewPr>
      <p:scale>
        <a:sx n="1" d="1"/>
        <a:sy n="1" d="1"/>
      </p:scale>
      <p:origin x="0" y="0"/>
    </p:cViewPr>
  </p:notesTextViewPr>
  <p:notesViewPr>
    <p:cSldViewPr snapToGrid="0">
      <p:cViewPr varScale="1">
        <p:scale>
          <a:sx n="77" d="100"/>
          <a:sy n="77" d="100"/>
        </p:scale>
        <p:origin x="3210"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 M" userId="977ad93bc3f529fa" providerId="LiveId" clId="{D6CE8AF3-C02F-421B-8076-9B74F3C09C1A}"/>
    <pc:docChg chg="modSld sldOrd">
      <pc:chgData name="i M" userId="977ad93bc3f529fa" providerId="LiveId" clId="{D6CE8AF3-C02F-421B-8076-9B74F3C09C1A}" dt="2025-08-13T06:28:00.079" v="49"/>
      <pc:docMkLst>
        <pc:docMk/>
      </pc:docMkLst>
      <pc:sldChg chg="modSp mod ord">
        <pc:chgData name="i M" userId="977ad93bc3f529fa" providerId="LiveId" clId="{D6CE8AF3-C02F-421B-8076-9B74F3C09C1A}" dt="2025-08-13T06:24:27.073" v="2" actId="1076"/>
        <pc:sldMkLst>
          <pc:docMk/>
          <pc:sldMk cId="322398974" sldId="256"/>
        </pc:sldMkLst>
        <pc:picChg chg="mod">
          <ac:chgData name="i M" userId="977ad93bc3f529fa" providerId="LiveId" clId="{D6CE8AF3-C02F-421B-8076-9B74F3C09C1A}" dt="2025-08-13T06:24:27.073" v="2" actId="1076"/>
          <ac:picMkLst>
            <pc:docMk/>
            <pc:sldMk cId="322398974" sldId="256"/>
            <ac:picMk id="7" creationId="{2696A1A4-8E43-47F6-A6DC-A9ADAB053D8B}"/>
          </ac:picMkLst>
        </pc:picChg>
      </pc:sldChg>
      <pc:sldChg chg="modSp mod">
        <pc:chgData name="i M" userId="977ad93bc3f529fa" providerId="LiveId" clId="{D6CE8AF3-C02F-421B-8076-9B74F3C09C1A}" dt="2025-08-13T06:28:00.079" v="49"/>
        <pc:sldMkLst>
          <pc:docMk/>
          <pc:sldMk cId="2372968877" sldId="264"/>
        </pc:sldMkLst>
        <pc:spChg chg="mod">
          <ac:chgData name="i M" userId="977ad93bc3f529fa" providerId="LiveId" clId="{D6CE8AF3-C02F-421B-8076-9B74F3C09C1A}" dt="2025-08-13T06:28:00.079" v="49"/>
          <ac:spMkLst>
            <pc:docMk/>
            <pc:sldMk cId="2372968877" sldId="264"/>
            <ac:spMk id="2" creationId="{E561AC0E-7195-4ACF-AA0A-5E2923A987F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CA2E547D-1406-4A6F-8F93-E441204CE6E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ja-JP" alt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3" name="日付プレースホルダー 2">
            <a:extLst>
              <a:ext uri="{FF2B5EF4-FFF2-40B4-BE49-F238E27FC236}">
                <a16:creationId xmlns:a16="http://schemas.microsoft.com/office/drawing/2014/main" id="{76667F8A-B889-49B3-AC77-5DDF11A08AF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69B43859-2F13-411C-BBB0-F08144663F1C}" type="datetime1">
              <a:rPr lang="ja-JP" altLang="en-US" smtClean="0">
                <a:latin typeface="Meiryo UI" panose="020B0604030504040204" pitchFamily="34" charset="-128"/>
                <a:ea typeface="Meiryo UI" panose="020B0604030504040204" pitchFamily="34" charset="-128"/>
              </a:rPr>
              <a:t>2025/8/13</a:t>
            </a:fld>
            <a:endParaRPr lang="ja-JP" alt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4" name="フッター プレースホルダー 3">
            <a:extLst>
              <a:ext uri="{FF2B5EF4-FFF2-40B4-BE49-F238E27FC236}">
                <a16:creationId xmlns:a16="http://schemas.microsoft.com/office/drawing/2014/main" id="{567AFD4F-C0E7-421C-AF77-6F9CC963C9C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ja-JP" altLang="en-US">
              <a:latin typeface="Meiryo UI" panose="020B0604030504040204" pitchFamily="34" charset="-128"/>
              <a:ea typeface="Meiryo UI" panose="020B0604030504040204" pitchFamily="34" charset="-128"/>
              <a:cs typeface="Meiryo UI" panose="020B0604030504040204" pitchFamily="34" charset="-128"/>
            </a:endParaRPr>
          </a:p>
        </p:txBody>
      </p:sp>
      <p:sp>
        <p:nvSpPr>
          <p:cNvPr id="5" name="スライド番号プレースホルダー 4">
            <a:extLst>
              <a:ext uri="{FF2B5EF4-FFF2-40B4-BE49-F238E27FC236}">
                <a16:creationId xmlns:a16="http://schemas.microsoft.com/office/drawing/2014/main" id="{1074AB9F-6726-4FB1-8769-82E23336CEB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D529299-61FF-4B93-ADA6-2FD5975D62F6}" type="slidenum">
              <a:rPr lang="en-US" altLang="ja-JP" smtClean="0">
                <a:latin typeface="Meiryo UI" panose="020B0604030504040204" pitchFamily="34" charset="-128"/>
                <a:ea typeface="Meiryo UI" panose="020B0604030504040204" pitchFamily="34" charset="-128"/>
                <a:cs typeface="Meiryo UI" panose="020B0604030504040204" pitchFamily="34" charset="-128"/>
              </a:rPr>
              <a:t>‹#›</a:t>
            </a:fld>
            <a:endParaRPr lang="ja-JP" altLang="en-US">
              <a:latin typeface="Meiryo UI" panose="020B0604030504040204" pitchFamily="34" charset="-128"/>
              <a:ea typeface="Meiryo UI" panose="020B0604030504040204" pitchFamily="34" charset="-128"/>
              <a:cs typeface="Meiryo UI" panose="020B0604030504040204" pitchFamily="34" charset="-128"/>
            </a:endParaRPr>
          </a:p>
        </p:txBody>
      </p:sp>
    </p:spTree>
    <p:extLst>
      <p:ext uri="{BB962C8B-B14F-4D97-AF65-F5344CB8AC3E}">
        <p14:creationId xmlns:p14="http://schemas.microsoft.com/office/powerpoint/2010/main" val="14162700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eiryo UI" panose="020B0604030504040204" pitchFamily="34" charset="-128"/>
                <a:ea typeface="Meiryo UI" panose="020B0604030504040204" pitchFamily="34" charset="-128"/>
                <a:cs typeface="Meiryo UI" panose="020B0604030504040204" pitchFamily="34" charset="-128"/>
              </a:defRPr>
            </a:lvl1pPr>
          </a:lstStyle>
          <a:p>
            <a:endParaRPr lang="ja-JP" altLang="en-US" noProof="0"/>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eiryo UI" panose="020B0604030504040204" pitchFamily="34" charset="-128"/>
                <a:ea typeface="Meiryo UI" panose="020B0604030504040204" pitchFamily="34" charset="-128"/>
                <a:cs typeface="Meiryo UI" panose="020B0604030504040204" pitchFamily="34" charset="-128"/>
              </a:defRPr>
            </a:lvl1pPr>
          </a:lstStyle>
          <a:p>
            <a:fld id="{CF7B1598-307B-4D13-9F82-2580A8D2401A}" type="datetime1">
              <a:rPr lang="ja-JP" altLang="en-US" noProof="0" smtClean="0"/>
              <a:t>2025/8/13</a:t>
            </a:fld>
            <a:endParaRPr lang="ja-JP" altLang="en-US" noProof="0"/>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ja-JP" altLang="en-US" noProof="0"/>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ja-JP" altLang="en-US" noProof="0"/>
              <a:t>マスター テキストのスタイルを編集する</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eiryo UI" panose="020B0604030504040204" pitchFamily="34" charset="-128"/>
                <a:ea typeface="Meiryo UI" panose="020B0604030504040204" pitchFamily="34" charset="-128"/>
                <a:cs typeface="Meiryo UI" panose="020B0604030504040204" pitchFamily="34" charset="-128"/>
              </a:defRPr>
            </a:lvl1pPr>
          </a:lstStyle>
          <a:p>
            <a:endParaRPr lang="ja-JP" altLang="en-US" noProof="0"/>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eiryo UI" panose="020B0604030504040204" pitchFamily="34" charset="-128"/>
                <a:ea typeface="Meiryo UI" panose="020B0604030504040204" pitchFamily="34" charset="-128"/>
                <a:cs typeface="Meiryo UI" panose="020B0604030504040204" pitchFamily="34" charset="-128"/>
              </a:defRPr>
            </a:lvl1pPr>
          </a:lstStyle>
          <a:p>
            <a:fld id="{BC849E9A-41F7-4779-A581-48A7C374A227}" type="slidenum">
              <a:rPr lang="en-US" altLang="ja-JP" noProof="0" smtClean="0"/>
              <a:pPr/>
              <a:t>‹#›</a:t>
            </a:fld>
            <a:endParaRPr lang="ja-JP" altLang="en-US" noProof="0"/>
          </a:p>
        </p:txBody>
      </p:sp>
    </p:spTree>
    <p:extLst>
      <p:ext uri="{BB962C8B-B14F-4D97-AF65-F5344CB8AC3E}">
        <p14:creationId xmlns:p14="http://schemas.microsoft.com/office/powerpoint/2010/main" val="115551888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eiryo UI" panose="020B0604030504040204" pitchFamily="34" charset="-128"/>
        <a:ea typeface="Meiryo UI" panose="020B0604030504040204" pitchFamily="34" charset="-128"/>
        <a:cs typeface="Meiryo UI" panose="020B0604030504040204" pitchFamily="34" charset="-128"/>
      </a:defRPr>
    </a:lvl1pPr>
    <a:lvl2pPr marL="457200" algn="l" defTabSz="914400" rtl="0" eaLnBrk="1" latinLnBrk="0" hangingPunct="1">
      <a:defRPr sz="1200" kern="1200">
        <a:solidFill>
          <a:schemeClr val="tx1"/>
        </a:solidFill>
        <a:latin typeface="Meiryo UI" panose="020B0604030504040204" pitchFamily="34" charset="-128"/>
        <a:ea typeface="Meiryo UI" panose="020B0604030504040204" pitchFamily="34" charset="-128"/>
        <a:cs typeface="Meiryo UI" panose="020B0604030504040204" pitchFamily="34" charset="-128"/>
      </a:defRPr>
    </a:lvl2pPr>
    <a:lvl3pPr marL="914400" algn="l" defTabSz="914400" rtl="0" eaLnBrk="1" latinLnBrk="0" hangingPunct="1">
      <a:defRPr sz="1200" kern="1200">
        <a:solidFill>
          <a:schemeClr val="tx1"/>
        </a:solidFill>
        <a:latin typeface="Meiryo UI" panose="020B0604030504040204" pitchFamily="34" charset="-128"/>
        <a:ea typeface="Meiryo UI" panose="020B0604030504040204" pitchFamily="34" charset="-128"/>
        <a:cs typeface="Meiryo UI" panose="020B0604030504040204" pitchFamily="34" charset="-128"/>
      </a:defRPr>
    </a:lvl3pPr>
    <a:lvl4pPr marL="1371600" algn="l" defTabSz="914400" rtl="0" eaLnBrk="1" latinLnBrk="0" hangingPunct="1">
      <a:defRPr sz="1200" kern="1200">
        <a:solidFill>
          <a:schemeClr val="tx1"/>
        </a:solidFill>
        <a:latin typeface="Meiryo UI" panose="020B0604030504040204" pitchFamily="34" charset="-128"/>
        <a:ea typeface="Meiryo UI" panose="020B0604030504040204" pitchFamily="34" charset="-128"/>
        <a:cs typeface="Meiryo UI" panose="020B0604030504040204" pitchFamily="34" charset="-128"/>
      </a:defRPr>
    </a:lvl4pPr>
    <a:lvl5pPr marL="1828800" algn="l" defTabSz="914400" rtl="0" eaLnBrk="1" latinLnBrk="0" hangingPunct="1">
      <a:defRPr sz="1200" kern="1200">
        <a:solidFill>
          <a:schemeClr val="tx1"/>
        </a:solidFill>
        <a:latin typeface="Meiryo UI" panose="020B0604030504040204" pitchFamily="34" charset="-128"/>
        <a:ea typeface="Meiryo UI" panose="020B0604030504040204" pitchFamily="34" charset="-128"/>
        <a:cs typeface="Meiryo UI" panose="020B0604030504040204" pitchFamily="34" charset="-128"/>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849E9A-41F7-4779-A581-48A7C374A227}" type="slidenum">
              <a:rPr lang="en-US" altLang="ja-JP" smtClean="0"/>
              <a:pPr/>
              <a:t>1</a:t>
            </a:fld>
            <a:endParaRPr lang="ja-JP" altLang="en-US"/>
          </a:p>
        </p:txBody>
      </p:sp>
    </p:spTree>
    <p:extLst>
      <p:ext uri="{BB962C8B-B14F-4D97-AF65-F5344CB8AC3E}">
        <p14:creationId xmlns:p14="http://schemas.microsoft.com/office/powerpoint/2010/main" val="1243037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ea typeface="游ゴシック"/>
              </a:rPr>
              <a:t>課題を考作る上で想定するユーザとして、日本に住む引っ越しをしたい外国人としました。</a:t>
            </a:r>
            <a:endParaRPr lang="en-US" altLang="ja-JP" dirty="0">
              <a:ea typeface="游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ea typeface="游ゴシック"/>
              </a:rPr>
              <a:t>外国人日本に住む外国人の移動率は、日本人と比較して高い傾向があリます。外国人は、1年間で約5人に1人は引っ越しをしており、約</a:t>
            </a:r>
            <a:r>
              <a:rPr lang="en-US" altLang="ja-JP" dirty="0">
                <a:ea typeface="游ゴシック"/>
              </a:rPr>
              <a:t>20</a:t>
            </a:r>
            <a:r>
              <a:rPr lang="ja-JP" altLang="en-US" dirty="0">
                <a:ea typeface="游ゴシック"/>
              </a:rPr>
              <a:t>％の外国人が引っ越していることが分かる。それに対し、外国人の移動率の値となっているのは、日本人の22歳は就職等で、新生活が始まる</a:t>
            </a:r>
            <a:endParaRPr lang="en-US" altLang="ja-JP" dirty="0">
              <a:ea typeface="游ゴシック"/>
            </a:endParaRPr>
          </a:p>
          <a:p>
            <a:r>
              <a:rPr lang="ja-JP" altLang="en-US" dirty="0">
                <a:ea typeface="游ゴシック"/>
              </a:rPr>
              <a:t>このことから多くの外国人が日本国内で引っ越しをしていることが分かリます。</a:t>
            </a:r>
            <a:endParaRPr lang="en-US" altLang="ja-JP" dirty="0">
              <a:ea typeface="游ゴシック"/>
            </a:endParaRPr>
          </a:p>
          <a:p>
            <a:r>
              <a:rPr lang="ja-JP" altLang="en-US" dirty="0">
                <a:ea typeface="游ゴシック"/>
              </a:rPr>
              <a:t>なので</a:t>
            </a:r>
          </a:p>
          <a:p>
            <a:r>
              <a:rPr lang="ja-JP" altLang="en-US" dirty="0">
                <a:ea typeface="游ゴシック"/>
              </a:rPr>
              <a:t>引っ越しの多い、日本に在住する外国人にとって探しやすくしたいと考えました。</a:t>
            </a:r>
            <a:endParaRPr lang="en-US" altLang="ja-JP" dirty="0">
              <a:ea typeface="游ゴシック"/>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EBE2C792-3BAA-411F-A40F-77E7D47A7D75}" type="slidenum">
              <a:rPr kumimoji="1" lang="ja-JP" altLang="en-US" smtClean="0"/>
              <a:t>2</a:t>
            </a:fld>
            <a:endParaRPr kumimoji="1" lang="ja-JP" altLang="en-US"/>
          </a:p>
        </p:txBody>
      </p:sp>
    </p:spTree>
    <p:extLst>
      <p:ext uri="{BB962C8B-B14F-4D97-AF65-F5344CB8AC3E}">
        <p14:creationId xmlns:p14="http://schemas.microsoft.com/office/powerpoint/2010/main" val="2849163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p>
            <a:pPr rtl="0"/>
            <a:endParaRPr lang="ja-JP" altLang="en-US" dirty="0"/>
          </a:p>
        </p:txBody>
      </p:sp>
      <p:sp>
        <p:nvSpPr>
          <p:cNvPr id="4" name="スライド番号プレースホルダー 3"/>
          <p:cNvSpPr>
            <a:spLocks noGrp="1"/>
          </p:cNvSpPr>
          <p:nvPr>
            <p:ph type="sldNum" sz="quarter" idx="10"/>
          </p:nvPr>
        </p:nvSpPr>
        <p:spPr/>
        <p:txBody>
          <a:bodyPr rtlCol="0"/>
          <a:lstStyle/>
          <a:p>
            <a:pPr rtl="0"/>
            <a:fld id="{BC849E9A-41F7-4779-A581-48A7C374A227}" type="slidenum">
              <a:rPr lang="en-US" altLang="ja-JP" smtClean="0"/>
              <a:t>3</a:t>
            </a:fld>
            <a:endParaRPr lang="ja-JP" altLang="en-US"/>
          </a:p>
        </p:txBody>
      </p:sp>
    </p:spTree>
    <p:extLst>
      <p:ext uri="{BB962C8B-B14F-4D97-AF65-F5344CB8AC3E}">
        <p14:creationId xmlns:p14="http://schemas.microsoft.com/office/powerpoint/2010/main" val="2295961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BC849E9A-41F7-4779-A581-48A7C374A227}" type="slidenum">
              <a:rPr lang="en-US" altLang="ja-JP" noProof="0" smtClean="0"/>
              <a:pPr/>
              <a:t>4</a:t>
            </a:fld>
            <a:endParaRPr lang="ja-JP" altLang="en-US" noProof="0"/>
          </a:p>
        </p:txBody>
      </p:sp>
    </p:spTree>
    <p:extLst>
      <p:ext uri="{BB962C8B-B14F-4D97-AF65-F5344CB8AC3E}">
        <p14:creationId xmlns:p14="http://schemas.microsoft.com/office/powerpoint/2010/main" val="21823144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p>
            <a:pPr rtl="0"/>
            <a:endParaRPr lang="ja-JP" altLang="en-US" i="0" dirty="0"/>
          </a:p>
        </p:txBody>
      </p:sp>
      <p:sp>
        <p:nvSpPr>
          <p:cNvPr id="4" name="スライド番号プレースホルダー 3"/>
          <p:cNvSpPr>
            <a:spLocks noGrp="1"/>
          </p:cNvSpPr>
          <p:nvPr>
            <p:ph type="sldNum" sz="quarter" idx="10"/>
          </p:nvPr>
        </p:nvSpPr>
        <p:spPr/>
        <p:txBody>
          <a:bodyPr rtlCol="0"/>
          <a:lstStyle/>
          <a:p>
            <a:pPr rtl="0"/>
            <a:fld id="{BC849E9A-41F7-4779-A581-48A7C374A227}" type="slidenum">
              <a:rPr lang="en-US" altLang="ja-JP" smtClean="0"/>
              <a:t>6</a:t>
            </a:fld>
            <a:endParaRPr lang="ja-JP" altLang="en-US"/>
          </a:p>
        </p:txBody>
      </p:sp>
    </p:spTree>
    <p:extLst>
      <p:ext uri="{BB962C8B-B14F-4D97-AF65-F5344CB8AC3E}">
        <p14:creationId xmlns:p14="http://schemas.microsoft.com/office/powerpoint/2010/main" val="8981237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p>
            <a:pPr marL="0" indent="0" rtl="0">
              <a:buFont typeface="Arial" panose="020B0604020202020204" pitchFamily="34" charset="0"/>
              <a:buNone/>
            </a:pPr>
            <a:endParaRPr lang="ja-JP" altLang="en-US" dirty="0"/>
          </a:p>
        </p:txBody>
      </p:sp>
      <p:sp>
        <p:nvSpPr>
          <p:cNvPr id="4" name="スライド番号プレースホルダー 3"/>
          <p:cNvSpPr>
            <a:spLocks noGrp="1"/>
          </p:cNvSpPr>
          <p:nvPr>
            <p:ph type="sldNum" sz="quarter" idx="10"/>
          </p:nvPr>
        </p:nvSpPr>
        <p:spPr/>
        <p:txBody>
          <a:bodyPr rtlCol="0"/>
          <a:lstStyle/>
          <a:p>
            <a:pPr rtl="0"/>
            <a:fld id="{BC849E9A-41F7-4779-A581-48A7C374A227}" type="slidenum">
              <a:rPr lang="en-US" altLang="ja-JP" smtClean="0"/>
              <a:t>7</a:t>
            </a:fld>
            <a:endParaRPr lang="ja-JP" altLang="en-US"/>
          </a:p>
        </p:txBody>
      </p:sp>
    </p:spTree>
    <p:extLst>
      <p:ext uri="{BB962C8B-B14F-4D97-AF65-F5344CB8AC3E}">
        <p14:creationId xmlns:p14="http://schemas.microsoft.com/office/powerpoint/2010/main" val="42243109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p>
            <a:pPr rtl="0"/>
            <a:endParaRPr lang="ja-JP" altLang="en-US" dirty="0"/>
          </a:p>
        </p:txBody>
      </p:sp>
      <p:sp>
        <p:nvSpPr>
          <p:cNvPr id="4" name="スライド番号プレースホルダー 3"/>
          <p:cNvSpPr>
            <a:spLocks noGrp="1"/>
          </p:cNvSpPr>
          <p:nvPr>
            <p:ph type="sldNum" sz="quarter" idx="10"/>
          </p:nvPr>
        </p:nvSpPr>
        <p:spPr/>
        <p:txBody>
          <a:bodyPr rtlCol="0"/>
          <a:lstStyle/>
          <a:p>
            <a:pPr rtl="0"/>
            <a:fld id="{BC849E9A-41F7-4779-A581-48A7C374A227}" type="slidenum">
              <a:rPr lang="en-US" altLang="ja-JP" smtClean="0"/>
              <a:t>8</a:t>
            </a:fld>
            <a:endParaRPr lang="ja-JP" altLang="en-US"/>
          </a:p>
        </p:txBody>
      </p:sp>
    </p:spTree>
    <p:extLst>
      <p:ext uri="{BB962C8B-B14F-4D97-AF65-F5344CB8AC3E}">
        <p14:creationId xmlns:p14="http://schemas.microsoft.com/office/powerpoint/2010/main" val="18253411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p>
            <a:pPr rtl="0"/>
            <a:endParaRPr lang="ja-JP" altLang="en-US" dirty="0"/>
          </a:p>
        </p:txBody>
      </p:sp>
      <p:sp>
        <p:nvSpPr>
          <p:cNvPr id="4" name="スライド番号プレースホルダー 3"/>
          <p:cNvSpPr>
            <a:spLocks noGrp="1"/>
          </p:cNvSpPr>
          <p:nvPr>
            <p:ph type="sldNum" sz="quarter" idx="10"/>
          </p:nvPr>
        </p:nvSpPr>
        <p:spPr/>
        <p:txBody>
          <a:bodyPr rtlCol="0"/>
          <a:lstStyle/>
          <a:p>
            <a:pPr rtl="0"/>
            <a:fld id="{BC849E9A-41F7-4779-A581-48A7C374A227}" type="slidenum">
              <a:rPr lang="en-US" altLang="ja-JP" smtClean="0"/>
              <a:t>9</a:t>
            </a:fld>
            <a:endParaRPr lang="ja-JP" altLang="en-US"/>
          </a:p>
        </p:txBody>
      </p:sp>
    </p:spTree>
    <p:extLst>
      <p:ext uri="{BB962C8B-B14F-4D97-AF65-F5344CB8AC3E}">
        <p14:creationId xmlns:p14="http://schemas.microsoft.com/office/powerpoint/2010/main" val="1335805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p>
            <a:pPr rtl="0"/>
            <a:endParaRPr lang="ja-JP" altLang="en-US" b="0" dirty="0"/>
          </a:p>
        </p:txBody>
      </p:sp>
      <p:sp>
        <p:nvSpPr>
          <p:cNvPr id="4" name="スライド番号プレースホルダー 3"/>
          <p:cNvSpPr>
            <a:spLocks noGrp="1"/>
          </p:cNvSpPr>
          <p:nvPr>
            <p:ph type="sldNum" sz="quarter" idx="10"/>
          </p:nvPr>
        </p:nvSpPr>
        <p:spPr/>
        <p:txBody>
          <a:bodyPr rtlCol="0"/>
          <a:lstStyle/>
          <a:p>
            <a:pPr rtl="0"/>
            <a:fld id="{BC849E9A-41F7-4779-A581-48A7C374A227}" type="slidenum">
              <a:rPr lang="en-US" altLang="ja-JP" smtClean="0"/>
              <a:t>10</a:t>
            </a:fld>
            <a:endParaRPr lang="ja-JP" altLang="en-US"/>
          </a:p>
        </p:txBody>
      </p:sp>
    </p:spTree>
    <p:extLst>
      <p:ext uri="{BB962C8B-B14F-4D97-AF65-F5344CB8AC3E}">
        <p14:creationId xmlns:p14="http://schemas.microsoft.com/office/powerpoint/2010/main" val="6442024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9718B7-7F68-4CC9-8291-332587FA31D3}"/>
              </a:ext>
            </a:extLst>
          </p:cNvPr>
          <p:cNvSpPr>
            <a:spLocks noGrp="1"/>
          </p:cNvSpPr>
          <p:nvPr>
            <p:ph type="ctrTitle"/>
          </p:nvPr>
        </p:nvSpPr>
        <p:spPr>
          <a:xfrm>
            <a:off x="1524000" y="1122363"/>
            <a:ext cx="9144000" cy="2387600"/>
          </a:xfrm>
        </p:spPr>
        <p:txBody>
          <a:bodyPr rtlCol="0" anchor="b"/>
          <a:lstStyle>
            <a:lvl1pPr algn="ctr">
              <a:defRPr sz="6000">
                <a:latin typeface="Meiryo UI" panose="020B0604030504040204" pitchFamily="34" charset="-128"/>
                <a:ea typeface="Meiryo UI" panose="020B0604030504040204" pitchFamily="34" charset="-128"/>
                <a:cs typeface="Meiryo UI" panose="020B0604030504040204" pitchFamily="34" charset="-128"/>
              </a:defRPr>
            </a:lvl1pPr>
          </a:lstStyle>
          <a:p>
            <a:pPr rtl="0"/>
            <a:r>
              <a:rPr lang="ja-JP" altLang="en-US" noProof="0"/>
              <a:t>マスター タイトルの書式設定</a:t>
            </a:r>
          </a:p>
        </p:txBody>
      </p:sp>
      <p:sp>
        <p:nvSpPr>
          <p:cNvPr id="3" name="サブタイトル 2">
            <a:extLst>
              <a:ext uri="{FF2B5EF4-FFF2-40B4-BE49-F238E27FC236}">
                <a16:creationId xmlns:a16="http://schemas.microsoft.com/office/drawing/2014/main" id="{A181D6BB-0446-49E8-8677-EADF274E952F}"/>
              </a:ext>
            </a:extLst>
          </p:cNvPr>
          <p:cNvSpPr>
            <a:spLocks noGrp="1"/>
          </p:cNvSpPr>
          <p:nvPr>
            <p:ph type="subTitle" idx="1"/>
          </p:nvPr>
        </p:nvSpPr>
        <p:spPr>
          <a:xfrm>
            <a:off x="1524000" y="3602038"/>
            <a:ext cx="9144000" cy="1655762"/>
          </a:xfrm>
        </p:spPr>
        <p:txBody>
          <a:bodyPr rtlCol="0"/>
          <a:lstStyle>
            <a:lvl1pPr marL="0" indent="0" algn="ctr">
              <a:buNone/>
              <a:defRPr sz="2400">
                <a:latin typeface="Meiryo UI" panose="020B0604030504040204" pitchFamily="34" charset="-128"/>
                <a:ea typeface="Meiryo UI" panose="020B0604030504040204" pitchFamily="34" charset="-128"/>
                <a:cs typeface="Meiryo UI" panose="020B0604030504040204" pitchFamily="34"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ja-JP" altLang="en-US" noProof="0"/>
              <a:t>マスター サブタイトルの書式設定</a:t>
            </a:r>
          </a:p>
        </p:txBody>
      </p:sp>
      <p:sp>
        <p:nvSpPr>
          <p:cNvPr id="4" name="日付プレースホルダー 3">
            <a:extLst>
              <a:ext uri="{FF2B5EF4-FFF2-40B4-BE49-F238E27FC236}">
                <a16:creationId xmlns:a16="http://schemas.microsoft.com/office/drawing/2014/main" id="{535AEE24-534A-40F1-99E4-00B7D5FD9124}"/>
              </a:ext>
            </a:extLst>
          </p:cNvPr>
          <p:cNvSpPr>
            <a:spLocks noGrp="1"/>
          </p:cNvSpPr>
          <p:nvPr>
            <p:ph type="dt" sz="half" idx="10"/>
          </p:nvPr>
        </p:nvSpPr>
        <p:spPr/>
        <p:txBody>
          <a:bodyPr rtlCol="0"/>
          <a:lstStyle>
            <a:lvl1pPr>
              <a:defRPr>
                <a:latin typeface="Meiryo UI" panose="020B0604030504040204" pitchFamily="34" charset="-128"/>
                <a:ea typeface="Meiryo UI" panose="020B0604030504040204" pitchFamily="34" charset="-128"/>
                <a:cs typeface="Meiryo UI" panose="020B0604030504040204" pitchFamily="34" charset="-128"/>
              </a:defRPr>
            </a:lvl1pPr>
          </a:lstStyle>
          <a:p>
            <a:fld id="{7E1206FF-D874-4B68-A51A-58BCEA48E9A2}" type="datetime1">
              <a:rPr lang="ja-JP" altLang="en-US" noProof="0" smtClean="0"/>
              <a:t>2025/8/13</a:t>
            </a:fld>
            <a:endParaRPr lang="ja-JP" altLang="en-US" noProof="0"/>
          </a:p>
        </p:txBody>
      </p:sp>
      <p:sp>
        <p:nvSpPr>
          <p:cNvPr id="5" name="フッター プレースホルダー 4">
            <a:extLst>
              <a:ext uri="{FF2B5EF4-FFF2-40B4-BE49-F238E27FC236}">
                <a16:creationId xmlns:a16="http://schemas.microsoft.com/office/drawing/2014/main" id="{CD594011-48FF-493D-8286-F62D34552531}"/>
              </a:ext>
            </a:extLst>
          </p:cNvPr>
          <p:cNvSpPr>
            <a:spLocks noGrp="1"/>
          </p:cNvSpPr>
          <p:nvPr>
            <p:ph type="ftr" sz="quarter" idx="11"/>
          </p:nvPr>
        </p:nvSpPr>
        <p:spPr/>
        <p:txBody>
          <a:bodyPr rtlCol="0"/>
          <a:lstStyle>
            <a:lvl1pPr>
              <a:defRPr>
                <a:latin typeface="Meiryo UI" panose="020B0604030504040204" pitchFamily="34" charset="-128"/>
                <a:ea typeface="Meiryo UI" panose="020B0604030504040204" pitchFamily="34" charset="-128"/>
                <a:cs typeface="Meiryo UI" panose="020B0604030504040204" pitchFamily="34" charset="-128"/>
              </a:defRPr>
            </a:lvl1pPr>
          </a:lstStyle>
          <a:p>
            <a:endParaRPr lang="ja-JP" altLang="en-US" noProof="0"/>
          </a:p>
        </p:txBody>
      </p:sp>
      <p:sp>
        <p:nvSpPr>
          <p:cNvPr id="6" name="スライド番号プレースホルダー 5">
            <a:extLst>
              <a:ext uri="{FF2B5EF4-FFF2-40B4-BE49-F238E27FC236}">
                <a16:creationId xmlns:a16="http://schemas.microsoft.com/office/drawing/2014/main" id="{4880EFCD-7E72-4882-86DC-2F371D7D9516}"/>
              </a:ext>
            </a:extLst>
          </p:cNvPr>
          <p:cNvSpPr>
            <a:spLocks noGrp="1"/>
          </p:cNvSpPr>
          <p:nvPr>
            <p:ph type="sldNum" sz="quarter" idx="12"/>
          </p:nvPr>
        </p:nvSpPr>
        <p:spPr/>
        <p:txBody>
          <a:bodyPr rtlCol="0"/>
          <a:lstStyle>
            <a:lvl1pPr>
              <a:defRPr>
                <a:latin typeface="Meiryo UI" panose="020B0604030504040204" pitchFamily="34" charset="-128"/>
                <a:ea typeface="Meiryo UI" panose="020B0604030504040204" pitchFamily="34" charset="-128"/>
                <a:cs typeface="Meiryo UI" panose="020B0604030504040204" pitchFamily="34" charset="-128"/>
              </a:defRPr>
            </a:lvl1pPr>
          </a:lstStyle>
          <a:p>
            <a:fld id="{A6AF1B4E-90EC-4A51-B6E5-B702C054ECB0}" type="slidenum">
              <a:rPr lang="en-US" altLang="ja-JP" noProof="0" smtClean="0"/>
              <a:pPr/>
              <a:t>‹#›</a:t>
            </a:fld>
            <a:endParaRPr lang="ja-JP" altLang="en-US" noProof="0"/>
          </a:p>
        </p:txBody>
      </p:sp>
    </p:spTree>
    <p:extLst>
      <p:ext uri="{BB962C8B-B14F-4D97-AF65-F5344CB8AC3E}">
        <p14:creationId xmlns:p14="http://schemas.microsoft.com/office/powerpoint/2010/main" val="1152813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6334F3-0709-471B-A734-C4B404F55B8E}"/>
              </a:ext>
            </a:extLst>
          </p:cNvPr>
          <p:cNvSpPr>
            <a:spLocks noGrp="1"/>
          </p:cNvSpPr>
          <p:nvPr>
            <p:ph type="title"/>
          </p:nvPr>
        </p:nvSpPr>
        <p:spPr/>
        <p:txBody>
          <a:bodyPr rtlCol="0"/>
          <a:lstStyle/>
          <a:p>
            <a:pPr rtl="0"/>
            <a:r>
              <a:rPr lang="ja-JP" altLang="en-US" noProof="0"/>
              <a:t>マスター タイトルの書式設定</a:t>
            </a:r>
          </a:p>
        </p:txBody>
      </p:sp>
      <p:sp>
        <p:nvSpPr>
          <p:cNvPr id="3" name="コンテンツ プレースホルダー 2">
            <a:extLst>
              <a:ext uri="{FF2B5EF4-FFF2-40B4-BE49-F238E27FC236}">
                <a16:creationId xmlns:a16="http://schemas.microsoft.com/office/drawing/2014/main" id="{AF795016-AF78-4708-9C5F-21110C197B03}"/>
              </a:ext>
            </a:extLst>
          </p:cNvPr>
          <p:cNvSpPr>
            <a:spLocks noGrp="1"/>
          </p:cNvSpPr>
          <p:nvPr>
            <p:ph idx="1" hasCustomPrompt="1"/>
          </p:nvPr>
        </p:nvSpPr>
        <p:spPr/>
        <p:txBody>
          <a:bodyPr rtlCol="0"/>
          <a:lstStyle/>
          <a:p>
            <a:pPr lvl="0" rtl="0"/>
            <a:r>
              <a:rPr lang="ja-JP" altLang="en-US" noProof="0"/>
              <a:t>マスター テキストのスタイルを編集する</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
        <p:nvSpPr>
          <p:cNvPr id="4" name="日付プレースホルダー 3">
            <a:extLst>
              <a:ext uri="{FF2B5EF4-FFF2-40B4-BE49-F238E27FC236}">
                <a16:creationId xmlns:a16="http://schemas.microsoft.com/office/drawing/2014/main" id="{2AAEA2D1-B124-4454-AFDC-EA60A14BA121}"/>
              </a:ext>
            </a:extLst>
          </p:cNvPr>
          <p:cNvSpPr>
            <a:spLocks noGrp="1"/>
          </p:cNvSpPr>
          <p:nvPr>
            <p:ph type="dt" sz="half" idx="10"/>
          </p:nvPr>
        </p:nvSpPr>
        <p:spPr/>
        <p:txBody>
          <a:bodyPr rtlCol="0"/>
          <a:lstStyle/>
          <a:p>
            <a:pPr rtl="0"/>
            <a:fld id="{8AB8BF93-5946-4EE1-A4BA-31381A305B72}" type="datetime1">
              <a:rPr lang="ja-JP" altLang="en-US" noProof="0" smtClean="0"/>
              <a:t>2025/8/13</a:t>
            </a:fld>
            <a:endParaRPr lang="ja-JP" altLang="en-US" noProof="0"/>
          </a:p>
        </p:txBody>
      </p:sp>
      <p:sp>
        <p:nvSpPr>
          <p:cNvPr id="5" name="フッター プレースホルダー 4">
            <a:extLst>
              <a:ext uri="{FF2B5EF4-FFF2-40B4-BE49-F238E27FC236}">
                <a16:creationId xmlns:a16="http://schemas.microsoft.com/office/drawing/2014/main" id="{B4F58000-F9D7-4A53-A6C5-E5E8154226B4}"/>
              </a:ext>
            </a:extLst>
          </p:cNvPr>
          <p:cNvSpPr>
            <a:spLocks noGrp="1"/>
          </p:cNvSpPr>
          <p:nvPr>
            <p:ph type="ftr" sz="quarter" idx="11"/>
          </p:nvPr>
        </p:nvSpPr>
        <p:spPr/>
        <p:txBody>
          <a:bodyPr rtlCol="0"/>
          <a:lstStyle/>
          <a:p>
            <a:pPr rtl="0"/>
            <a:endParaRPr lang="ja-JP" altLang="en-US" noProof="0"/>
          </a:p>
        </p:txBody>
      </p:sp>
      <p:sp>
        <p:nvSpPr>
          <p:cNvPr id="6" name="スライド番号プレースホルダー 5">
            <a:extLst>
              <a:ext uri="{FF2B5EF4-FFF2-40B4-BE49-F238E27FC236}">
                <a16:creationId xmlns:a16="http://schemas.microsoft.com/office/drawing/2014/main" id="{70D22AAD-0D08-4F47-8D5A-EFE29017E8DD}"/>
              </a:ext>
            </a:extLst>
          </p:cNvPr>
          <p:cNvSpPr>
            <a:spLocks noGrp="1"/>
          </p:cNvSpPr>
          <p:nvPr>
            <p:ph type="sldNum" sz="quarter" idx="12"/>
          </p:nvPr>
        </p:nvSpPr>
        <p:spPr/>
        <p:txBody>
          <a:bodyPr rtlCol="0"/>
          <a:lstStyle/>
          <a:p>
            <a:pPr rtl="0"/>
            <a:fld id="{A6AF1B4E-90EC-4A51-B6E5-B702C054ECB0}" type="slidenum">
              <a:rPr lang="en-US" altLang="ja-JP" noProof="0" smtClean="0"/>
              <a:t>‹#›</a:t>
            </a:fld>
            <a:endParaRPr lang="ja-JP" altLang="en-US" noProof="0"/>
          </a:p>
        </p:txBody>
      </p:sp>
    </p:spTree>
    <p:extLst>
      <p:ext uri="{BB962C8B-B14F-4D97-AF65-F5344CB8AC3E}">
        <p14:creationId xmlns:p14="http://schemas.microsoft.com/office/powerpoint/2010/main" val="4213046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 ヘッダー">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036159-1280-4EE9-96D3-A56BD5826612}"/>
              </a:ext>
            </a:extLst>
          </p:cNvPr>
          <p:cNvSpPr>
            <a:spLocks noGrp="1"/>
          </p:cNvSpPr>
          <p:nvPr>
            <p:ph type="title"/>
          </p:nvPr>
        </p:nvSpPr>
        <p:spPr>
          <a:xfrm>
            <a:off x="831850" y="1709738"/>
            <a:ext cx="10515600" cy="2852737"/>
          </a:xfrm>
        </p:spPr>
        <p:txBody>
          <a:bodyPr rtlCol="0" anchor="b"/>
          <a:lstStyle>
            <a:lvl1pPr>
              <a:defRPr sz="6000"/>
            </a:lvl1pPr>
          </a:lstStyle>
          <a:p>
            <a:pPr rtl="0"/>
            <a:r>
              <a:rPr lang="ja-JP" altLang="en-US" noProof="0"/>
              <a:t>マスター タイトルの書式設定</a:t>
            </a:r>
          </a:p>
        </p:txBody>
      </p:sp>
      <p:sp>
        <p:nvSpPr>
          <p:cNvPr id="3" name="テキスト プレースホルダー 2">
            <a:extLst>
              <a:ext uri="{FF2B5EF4-FFF2-40B4-BE49-F238E27FC236}">
                <a16:creationId xmlns:a16="http://schemas.microsoft.com/office/drawing/2014/main" id="{3BA27A78-1874-488A-B215-7D763D338186}"/>
              </a:ext>
            </a:extLst>
          </p:cNvPr>
          <p:cNvSpPr>
            <a:spLocks noGrp="1"/>
          </p:cNvSpPr>
          <p:nvPr>
            <p:ph type="body" idx="1" hasCustomPrompt="1"/>
          </p:nvPr>
        </p:nvSpPr>
        <p:spPr>
          <a:xfrm>
            <a:off x="831850" y="4589463"/>
            <a:ext cx="10515600" cy="1500187"/>
          </a:xfrm>
        </p:spPr>
        <p:txBody>
          <a:bodyPr rtlCol="0"/>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ja-JP" altLang="en-US" noProof="0"/>
              <a:t>マスター テキストのスタイルを編集する</a:t>
            </a:r>
          </a:p>
        </p:txBody>
      </p:sp>
      <p:sp>
        <p:nvSpPr>
          <p:cNvPr id="4" name="日付プレースホルダー 3">
            <a:extLst>
              <a:ext uri="{FF2B5EF4-FFF2-40B4-BE49-F238E27FC236}">
                <a16:creationId xmlns:a16="http://schemas.microsoft.com/office/drawing/2014/main" id="{084BB3D1-3138-4B69-BF5D-4B1A213451CA}"/>
              </a:ext>
            </a:extLst>
          </p:cNvPr>
          <p:cNvSpPr>
            <a:spLocks noGrp="1"/>
          </p:cNvSpPr>
          <p:nvPr>
            <p:ph type="dt" sz="half" idx="10"/>
          </p:nvPr>
        </p:nvSpPr>
        <p:spPr/>
        <p:txBody>
          <a:bodyPr rtlCol="0"/>
          <a:lstStyle/>
          <a:p>
            <a:pPr rtl="0"/>
            <a:fld id="{03A6BC8A-D8A4-4686-914F-8FC1A66BC5CD}" type="datetime1">
              <a:rPr lang="ja-JP" altLang="en-US" noProof="0" smtClean="0"/>
              <a:t>2025/8/13</a:t>
            </a:fld>
            <a:endParaRPr lang="ja-JP" altLang="en-US" noProof="0"/>
          </a:p>
        </p:txBody>
      </p:sp>
      <p:sp>
        <p:nvSpPr>
          <p:cNvPr id="5" name="フッター プレースホルダー 4">
            <a:extLst>
              <a:ext uri="{FF2B5EF4-FFF2-40B4-BE49-F238E27FC236}">
                <a16:creationId xmlns:a16="http://schemas.microsoft.com/office/drawing/2014/main" id="{0EFF90C5-31F4-4A22-AC00-3FB5ED291B28}"/>
              </a:ext>
            </a:extLst>
          </p:cNvPr>
          <p:cNvSpPr>
            <a:spLocks noGrp="1"/>
          </p:cNvSpPr>
          <p:nvPr>
            <p:ph type="ftr" sz="quarter" idx="11"/>
          </p:nvPr>
        </p:nvSpPr>
        <p:spPr/>
        <p:txBody>
          <a:bodyPr rtlCol="0"/>
          <a:lstStyle/>
          <a:p>
            <a:pPr rtl="0"/>
            <a:endParaRPr lang="ja-JP" altLang="en-US" noProof="0"/>
          </a:p>
        </p:txBody>
      </p:sp>
      <p:sp>
        <p:nvSpPr>
          <p:cNvPr id="6" name="スライド番号プレースホルダー 5">
            <a:extLst>
              <a:ext uri="{FF2B5EF4-FFF2-40B4-BE49-F238E27FC236}">
                <a16:creationId xmlns:a16="http://schemas.microsoft.com/office/drawing/2014/main" id="{951F787E-B946-4091-ABC6-F9DB06BBEE34}"/>
              </a:ext>
            </a:extLst>
          </p:cNvPr>
          <p:cNvSpPr>
            <a:spLocks noGrp="1"/>
          </p:cNvSpPr>
          <p:nvPr>
            <p:ph type="sldNum" sz="quarter" idx="12"/>
          </p:nvPr>
        </p:nvSpPr>
        <p:spPr/>
        <p:txBody>
          <a:bodyPr rtlCol="0"/>
          <a:lstStyle/>
          <a:p>
            <a:pPr rtl="0"/>
            <a:fld id="{A6AF1B4E-90EC-4A51-B6E5-B702C054ECB0}" type="slidenum">
              <a:rPr lang="en-US" altLang="ja-JP" noProof="0" smtClean="0"/>
              <a:t>‹#›</a:t>
            </a:fld>
            <a:endParaRPr lang="ja-JP" altLang="en-US" noProof="0"/>
          </a:p>
        </p:txBody>
      </p:sp>
    </p:spTree>
    <p:extLst>
      <p:ext uri="{BB962C8B-B14F-4D97-AF65-F5344CB8AC3E}">
        <p14:creationId xmlns:p14="http://schemas.microsoft.com/office/powerpoint/2010/main" val="1089272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段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0CAA11-CC97-44E5-AE4D-808FD741A066}"/>
              </a:ext>
            </a:extLst>
          </p:cNvPr>
          <p:cNvSpPr>
            <a:spLocks noGrp="1"/>
          </p:cNvSpPr>
          <p:nvPr>
            <p:ph type="title"/>
          </p:nvPr>
        </p:nvSpPr>
        <p:spPr/>
        <p:txBody>
          <a:bodyPr rtlCol="0"/>
          <a:lstStyle/>
          <a:p>
            <a:pPr rtl="0"/>
            <a:r>
              <a:rPr lang="ja-JP" altLang="en-US" noProof="0"/>
              <a:t>マスター タイトルの書式設定</a:t>
            </a:r>
          </a:p>
        </p:txBody>
      </p:sp>
      <p:sp>
        <p:nvSpPr>
          <p:cNvPr id="3" name="コンテンツ プレースホルダー 2">
            <a:extLst>
              <a:ext uri="{FF2B5EF4-FFF2-40B4-BE49-F238E27FC236}">
                <a16:creationId xmlns:a16="http://schemas.microsoft.com/office/drawing/2014/main" id="{683AB6CB-9460-4BCA-86C5-5F26357AB80F}"/>
              </a:ext>
            </a:extLst>
          </p:cNvPr>
          <p:cNvSpPr>
            <a:spLocks noGrp="1"/>
          </p:cNvSpPr>
          <p:nvPr>
            <p:ph sz="half" idx="1" hasCustomPrompt="1"/>
          </p:nvPr>
        </p:nvSpPr>
        <p:spPr>
          <a:xfrm>
            <a:off x="838200" y="1825625"/>
            <a:ext cx="5181600" cy="4351338"/>
          </a:xfrm>
        </p:spPr>
        <p:txBody>
          <a:bodyPr rtlCol="0"/>
          <a:lstStyle/>
          <a:p>
            <a:pPr lvl="0" rtl="0"/>
            <a:r>
              <a:rPr lang="ja-JP" altLang="en-US" noProof="0"/>
              <a:t>マスター テキストのスタイルを編集する</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
        <p:nvSpPr>
          <p:cNvPr id="4" name="コンテンツ プレースホルダー 3">
            <a:extLst>
              <a:ext uri="{FF2B5EF4-FFF2-40B4-BE49-F238E27FC236}">
                <a16:creationId xmlns:a16="http://schemas.microsoft.com/office/drawing/2014/main" id="{69FAB0F6-401D-4BAF-A300-65AD684DF961}"/>
              </a:ext>
            </a:extLst>
          </p:cNvPr>
          <p:cNvSpPr>
            <a:spLocks noGrp="1"/>
          </p:cNvSpPr>
          <p:nvPr>
            <p:ph sz="half" idx="2" hasCustomPrompt="1"/>
          </p:nvPr>
        </p:nvSpPr>
        <p:spPr>
          <a:xfrm>
            <a:off x="6172200" y="1825625"/>
            <a:ext cx="5181600" cy="4351338"/>
          </a:xfrm>
        </p:spPr>
        <p:txBody>
          <a:bodyPr rtlCol="0"/>
          <a:lstStyle/>
          <a:p>
            <a:pPr lvl="0" rtl="0"/>
            <a:r>
              <a:rPr lang="ja-JP" altLang="en-US" noProof="0"/>
              <a:t>マスター テキストのスタイルを編集する</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
        <p:nvSpPr>
          <p:cNvPr id="5" name="日付プレースホルダー 4">
            <a:extLst>
              <a:ext uri="{FF2B5EF4-FFF2-40B4-BE49-F238E27FC236}">
                <a16:creationId xmlns:a16="http://schemas.microsoft.com/office/drawing/2014/main" id="{C4561BBA-B185-4B45-B152-3D320E15F550}"/>
              </a:ext>
            </a:extLst>
          </p:cNvPr>
          <p:cNvSpPr>
            <a:spLocks noGrp="1"/>
          </p:cNvSpPr>
          <p:nvPr>
            <p:ph type="dt" sz="half" idx="10"/>
          </p:nvPr>
        </p:nvSpPr>
        <p:spPr/>
        <p:txBody>
          <a:bodyPr rtlCol="0"/>
          <a:lstStyle/>
          <a:p>
            <a:pPr rtl="0"/>
            <a:fld id="{A349FC6A-0E56-4402-ACBD-2C060054F96B}" type="datetime1">
              <a:rPr lang="ja-JP" altLang="en-US" noProof="0" smtClean="0"/>
              <a:t>2025/8/13</a:t>
            </a:fld>
            <a:endParaRPr lang="ja-JP" altLang="en-US" noProof="0"/>
          </a:p>
        </p:txBody>
      </p:sp>
      <p:sp>
        <p:nvSpPr>
          <p:cNvPr id="6" name="フッター プレースホルダー 5">
            <a:extLst>
              <a:ext uri="{FF2B5EF4-FFF2-40B4-BE49-F238E27FC236}">
                <a16:creationId xmlns:a16="http://schemas.microsoft.com/office/drawing/2014/main" id="{D61CD760-96AC-4821-A56B-0B805F2FAD44}"/>
              </a:ext>
            </a:extLst>
          </p:cNvPr>
          <p:cNvSpPr>
            <a:spLocks noGrp="1"/>
          </p:cNvSpPr>
          <p:nvPr>
            <p:ph type="ftr" sz="quarter" idx="11"/>
          </p:nvPr>
        </p:nvSpPr>
        <p:spPr/>
        <p:txBody>
          <a:bodyPr rtlCol="0"/>
          <a:lstStyle/>
          <a:p>
            <a:pPr rtl="0"/>
            <a:endParaRPr lang="ja-JP" altLang="en-US" noProof="0"/>
          </a:p>
        </p:txBody>
      </p:sp>
      <p:sp>
        <p:nvSpPr>
          <p:cNvPr id="7" name="スライド番号プレースホルダー 6">
            <a:extLst>
              <a:ext uri="{FF2B5EF4-FFF2-40B4-BE49-F238E27FC236}">
                <a16:creationId xmlns:a16="http://schemas.microsoft.com/office/drawing/2014/main" id="{2F750665-D5B5-4D0B-B2F0-CB6B027CDEC7}"/>
              </a:ext>
            </a:extLst>
          </p:cNvPr>
          <p:cNvSpPr>
            <a:spLocks noGrp="1"/>
          </p:cNvSpPr>
          <p:nvPr>
            <p:ph type="sldNum" sz="quarter" idx="12"/>
          </p:nvPr>
        </p:nvSpPr>
        <p:spPr/>
        <p:txBody>
          <a:bodyPr rtlCol="0"/>
          <a:lstStyle/>
          <a:p>
            <a:pPr rtl="0"/>
            <a:fld id="{A6AF1B4E-90EC-4A51-B6E5-B702C054ECB0}" type="slidenum">
              <a:rPr lang="en-US" altLang="ja-JP" noProof="0" smtClean="0"/>
              <a:t>‹#›</a:t>
            </a:fld>
            <a:endParaRPr lang="ja-JP" altLang="en-US" noProof="0"/>
          </a:p>
        </p:txBody>
      </p:sp>
    </p:spTree>
    <p:extLst>
      <p:ext uri="{BB962C8B-B14F-4D97-AF65-F5344CB8AC3E}">
        <p14:creationId xmlns:p14="http://schemas.microsoft.com/office/powerpoint/2010/main" val="3138061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EA47C3-C498-415A-A057-E19BCEB5F28D}"/>
              </a:ext>
            </a:extLst>
          </p:cNvPr>
          <p:cNvSpPr>
            <a:spLocks noGrp="1"/>
          </p:cNvSpPr>
          <p:nvPr>
            <p:ph type="title"/>
          </p:nvPr>
        </p:nvSpPr>
        <p:spPr>
          <a:xfrm>
            <a:off x="839788" y="365125"/>
            <a:ext cx="10515600" cy="1325563"/>
          </a:xfrm>
        </p:spPr>
        <p:txBody>
          <a:bodyPr rtlCol="0"/>
          <a:lstStyle/>
          <a:p>
            <a:pPr rtl="0"/>
            <a:r>
              <a:rPr lang="ja-JP" altLang="en-US" noProof="0"/>
              <a:t>マスター タイトルの書式設定</a:t>
            </a:r>
          </a:p>
        </p:txBody>
      </p:sp>
      <p:sp>
        <p:nvSpPr>
          <p:cNvPr id="3" name="テキスト プレースホルダー 2">
            <a:extLst>
              <a:ext uri="{FF2B5EF4-FFF2-40B4-BE49-F238E27FC236}">
                <a16:creationId xmlns:a16="http://schemas.microsoft.com/office/drawing/2014/main" id="{7BF6677F-2712-4810-A3AA-56FA75386D2A}"/>
              </a:ext>
            </a:extLst>
          </p:cNvPr>
          <p:cNvSpPr>
            <a:spLocks noGrp="1"/>
          </p:cNvSpPr>
          <p:nvPr>
            <p:ph type="body" idx="1" hasCustomPrompt="1"/>
          </p:nvPr>
        </p:nvSpPr>
        <p:spPr>
          <a:xfrm>
            <a:off x="839788" y="1681163"/>
            <a:ext cx="5157787"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ja-JP" altLang="en-US" noProof="0"/>
              <a:t>マスター テキストのスタイルを編集する</a:t>
            </a:r>
          </a:p>
        </p:txBody>
      </p:sp>
      <p:sp>
        <p:nvSpPr>
          <p:cNvPr id="4" name="コンテンツ プレースホルダー 3">
            <a:extLst>
              <a:ext uri="{FF2B5EF4-FFF2-40B4-BE49-F238E27FC236}">
                <a16:creationId xmlns:a16="http://schemas.microsoft.com/office/drawing/2014/main" id="{F871B54A-6775-4978-8E19-32694C9B5E38}"/>
              </a:ext>
            </a:extLst>
          </p:cNvPr>
          <p:cNvSpPr>
            <a:spLocks noGrp="1"/>
          </p:cNvSpPr>
          <p:nvPr>
            <p:ph sz="half" idx="2" hasCustomPrompt="1"/>
          </p:nvPr>
        </p:nvSpPr>
        <p:spPr>
          <a:xfrm>
            <a:off x="839788" y="2505075"/>
            <a:ext cx="5157787" cy="3684588"/>
          </a:xfrm>
        </p:spPr>
        <p:txBody>
          <a:bodyPr rtlCol="0"/>
          <a:lstStyle/>
          <a:p>
            <a:pPr lvl="0" rtl="0"/>
            <a:r>
              <a:rPr lang="ja-JP" altLang="en-US" noProof="0"/>
              <a:t>マスター テキストのスタイルを編集する</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
        <p:nvSpPr>
          <p:cNvPr id="5" name="テキスト プレースホルダー 4">
            <a:extLst>
              <a:ext uri="{FF2B5EF4-FFF2-40B4-BE49-F238E27FC236}">
                <a16:creationId xmlns:a16="http://schemas.microsoft.com/office/drawing/2014/main" id="{DDBA1303-B245-476D-BD02-A4E4A359F6E7}"/>
              </a:ext>
            </a:extLst>
          </p:cNvPr>
          <p:cNvSpPr>
            <a:spLocks noGrp="1"/>
          </p:cNvSpPr>
          <p:nvPr>
            <p:ph type="body" sz="quarter" idx="3" hasCustomPrompt="1"/>
          </p:nvPr>
        </p:nvSpPr>
        <p:spPr>
          <a:xfrm>
            <a:off x="6172200" y="1681163"/>
            <a:ext cx="5183188"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ja-JP" altLang="en-US" noProof="0"/>
              <a:t>マスター テキストのスタイルを編集する</a:t>
            </a:r>
          </a:p>
        </p:txBody>
      </p:sp>
      <p:sp>
        <p:nvSpPr>
          <p:cNvPr id="6" name="コンテンツ プレースホルダー 5">
            <a:extLst>
              <a:ext uri="{FF2B5EF4-FFF2-40B4-BE49-F238E27FC236}">
                <a16:creationId xmlns:a16="http://schemas.microsoft.com/office/drawing/2014/main" id="{BE8E898F-5B79-46F1-89C1-F827997CC485}"/>
              </a:ext>
            </a:extLst>
          </p:cNvPr>
          <p:cNvSpPr>
            <a:spLocks noGrp="1"/>
          </p:cNvSpPr>
          <p:nvPr>
            <p:ph sz="quarter" idx="4" hasCustomPrompt="1"/>
          </p:nvPr>
        </p:nvSpPr>
        <p:spPr>
          <a:xfrm>
            <a:off x="6172200" y="2505075"/>
            <a:ext cx="5183188" cy="3684588"/>
          </a:xfrm>
        </p:spPr>
        <p:txBody>
          <a:bodyPr rtlCol="0"/>
          <a:lstStyle/>
          <a:p>
            <a:pPr lvl="0" rtl="0"/>
            <a:r>
              <a:rPr lang="ja-JP" altLang="en-US" noProof="0"/>
              <a:t>マスター テキストのスタイルを編集する</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
        <p:nvSpPr>
          <p:cNvPr id="7" name="日付プレースホルダー 6">
            <a:extLst>
              <a:ext uri="{FF2B5EF4-FFF2-40B4-BE49-F238E27FC236}">
                <a16:creationId xmlns:a16="http://schemas.microsoft.com/office/drawing/2014/main" id="{6B417A4D-2EC9-4294-BFF4-EAE22EE1099A}"/>
              </a:ext>
            </a:extLst>
          </p:cNvPr>
          <p:cNvSpPr>
            <a:spLocks noGrp="1"/>
          </p:cNvSpPr>
          <p:nvPr>
            <p:ph type="dt" sz="half" idx="10"/>
          </p:nvPr>
        </p:nvSpPr>
        <p:spPr/>
        <p:txBody>
          <a:bodyPr rtlCol="0"/>
          <a:lstStyle/>
          <a:p>
            <a:pPr rtl="0"/>
            <a:fld id="{5B542714-E58C-4FA2-9B25-C99EC8336B7A}" type="datetime1">
              <a:rPr lang="ja-JP" altLang="en-US" noProof="0" smtClean="0"/>
              <a:t>2025/8/13</a:t>
            </a:fld>
            <a:endParaRPr lang="ja-JP" altLang="en-US" noProof="0"/>
          </a:p>
        </p:txBody>
      </p:sp>
      <p:sp>
        <p:nvSpPr>
          <p:cNvPr id="8" name="フッター プレースホルダー 7">
            <a:extLst>
              <a:ext uri="{FF2B5EF4-FFF2-40B4-BE49-F238E27FC236}">
                <a16:creationId xmlns:a16="http://schemas.microsoft.com/office/drawing/2014/main" id="{6150E317-3602-42A1-BB7F-0184072E8D5F}"/>
              </a:ext>
            </a:extLst>
          </p:cNvPr>
          <p:cNvSpPr>
            <a:spLocks noGrp="1"/>
          </p:cNvSpPr>
          <p:nvPr>
            <p:ph type="ftr" sz="quarter" idx="11"/>
          </p:nvPr>
        </p:nvSpPr>
        <p:spPr/>
        <p:txBody>
          <a:bodyPr rtlCol="0"/>
          <a:lstStyle/>
          <a:p>
            <a:pPr rtl="0"/>
            <a:endParaRPr lang="ja-JP" altLang="en-US" noProof="0"/>
          </a:p>
        </p:txBody>
      </p:sp>
      <p:sp>
        <p:nvSpPr>
          <p:cNvPr id="9" name="スライド番号プレースホルダー 8">
            <a:extLst>
              <a:ext uri="{FF2B5EF4-FFF2-40B4-BE49-F238E27FC236}">
                <a16:creationId xmlns:a16="http://schemas.microsoft.com/office/drawing/2014/main" id="{50CE2C97-E26C-4A8B-93A0-B01E2C7F4522}"/>
              </a:ext>
            </a:extLst>
          </p:cNvPr>
          <p:cNvSpPr>
            <a:spLocks noGrp="1"/>
          </p:cNvSpPr>
          <p:nvPr>
            <p:ph type="sldNum" sz="quarter" idx="12"/>
          </p:nvPr>
        </p:nvSpPr>
        <p:spPr/>
        <p:txBody>
          <a:bodyPr rtlCol="0"/>
          <a:lstStyle/>
          <a:p>
            <a:pPr rtl="0"/>
            <a:fld id="{A6AF1B4E-90EC-4A51-B6E5-B702C054ECB0}" type="slidenum">
              <a:rPr lang="en-US" altLang="ja-JP" noProof="0" smtClean="0"/>
              <a:t>‹#›</a:t>
            </a:fld>
            <a:endParaRPr lang="ja-JP" altLang="en-US" noProof="0"/>
          </a:p>
        </p:txBody>
      </p:sp>
    </p:spTree>
    <p:extLst>
      <p:ext uri="{BB962C8B-B14F-4D97-AF65-F5344CB8AC3E}">
        <p14:creationId xmlns:p14="http://schemas.microsoft.com/office/powerpoint/2010/main" val="225869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9F68FC-5755-447A-8D7F-9ADED3E994A3}"/>
              </a:ext>
            </a:extLst>
          </p:cNvPr>
          <p:cNvSpPr>
            <a:spLocks noGrp="1"/>
          </p:cNvSpPr>
          <p:nvPr>
            <p:ph type="title"/>
          </p:nvPr>
        </p:nvSpPr>
        <p:spPr/>
        <p:txBody>
          <a:bodyPr rtlCol="0"/>
          <a:lstStyle/>
          <a:p>
            <a:pPr rtl="0"/>
            <a:r>
              <a:rPr lang="ja-JP" altLang="en-US" noProof="0"/>
              <a:t>マスター タイトルの書式設定</a:t>
            </a:r>
          </a:p>
        </p:txBody>
      </p:sp>
      <p:sp>
        <p:nvSpPr>
          <p:cNvPr id="3" name="日付プレースホルダー 2">
            <a:extLst>
              <a:ext uri="{FF2B5EF4-FFF2-40B4-BE49-F238E27FC236}">
                <a16:creationId xmlns:a16="http://schemas.microsoft.com/office/drawing/2014/main" id="{8AB50287-81AA-46CA-8CB3-53A7F8313741}"/>
              </a:ext>
            </a:extLst>
          </p:cNvPr>
          <p:cNvSpPr>
            <a:spLocks noGrp="1"/>
          </p:cNvSpPr>
          <p:nvPr>
            <p:ph type="dt" sz="half" idx="10"/>
          </p:nvPr>
        </p:nvSpPr>
        <p:spPr/>
        <p:txBody>
          <a:bodyPr rtlCol="0"/>
          <a:lstStyle/>
          <a:p>
            <a:pPr rtl="0"/>
            <a:fld id="{F929B75F-DE79-49F4-BF17-5C32AA060FAF}" type="datetime1">
              <a:rPr lang="ja-JP" altLang="en-US" noProof="0" smtClean="0"/>
              <a:t>2025/8/13</a:t>
            </a:fld>
            <a:endParaRPr lang="ja-JP" altLang="en-US" noProof="0"/>
          </a:p>
        </p:txBody>
      </p:sp>
      <p:sp>
        <p:nvSpPr>
          <p:cNvPr id="4" name="フッター プレースホルダー 3">
            <a:extLst>
              <a:ext uri="{FF2B5EF4-FFF2-40B4-BE49-F238E27FC236}">
                <a16:creationId xmlns:a16="http://schemas.microsoft.com/office/drawing/2014/main" id="{2F1BA4AA-02C9-459E-9362-3DA60E3B5972}"/>
              </a:ext>
            </a:extLst>
          </p:cNvPr>
          <p:cNvSpPr>
            <a:spLocks noGrp="1"/>
          </p:cNvSpPr>
          <p:nvPr>
            <p:ph type="ftr" sz="quarter" idx="11"/>
          </p:nvPr>
        </p:nvSpPr>
        <p:spPr/>
        <p:txBody>
          <a:bodyPr rtlCol="0"/>
          <a:lstStyle/>
          <a:p>
            <a:pPr rtl="0"/>
            <a:endParaRPr lang="ja-JP" altLang="en-US" noProof="0"/>
          </a:p>
        </p:txBody>
      </p:sp>
      <p:sp>
        <p:nvSpPr>
          <p:cNvPr id="5" name="スライド番号プレースホルダー 4">
            <a:extLst>
              <a:ext uri="{FF2B5EF4-FFF2-40B4-BE49-F238E27FC236}">
                <a16:creationId xmlns:a16="http://schemas.microsoft.com/office/drawing/2014/main" id="{AB2A2C8F-DBB4-4235-A67E-FB4039D9AA24}"/>
              </a:ext>
            </a:extLst>
          </p:cNvPr>
          <p:cNvSpPr>
            <a:spLocks noGrp="1"/>
          </p:cNvSpPr>
          <p:nvPr>
            <p:ph type="sldNum" sz="quarter" idx="12"/>
          </p:nvPr>
        </p:nvSpPr>
        <p:spPr/>
        <p:txBody>
          <a:bodyPr rtlCol="0"/>
          <a:lstStyle/>
          <a:p>
            <a:pPr rtl="0"/>
            <a:fld id="{A6AF1B4E-90EC-4A51-B6E5-B702C054ECB0}" type="slidenum">
              <a:rPr lang="en-US" altLang="ja-JP" noProof="0" smtClean="0"/>
              <a:t>‹#›</a:t>
            </a:fld>
            <a:endParaRPr lang="ja-JP" altLang="en-US" noProof="0"/>
          </a:p>
        </p:txBody>
      </p:sp>
    </p:spTree>
    <p:extLst>
      <p:ext uri="{BB962C8B-B14F-4D97-AF65-F5344CB8AC3E}">
        <p14:creationId xmlns:p14="http://schemas.microsoft.com/office/powerpoint/2010/main" val="4068395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B46ACAA5-F8E7-46E9-8BA7-A510948B62CC}"/>
              </a:ext>
            </a:extLst>
          </p:cNvPr>
          <p:cNvSpPr>
            <a:spLocks noGrp="1"/>
          </p:cNvSpPr>
          <p:nvPr>
            <p:ph type="dt" sz="half" idx="10"/>
          </p:nvPr>
        </p:nvSpPr>
        <p:spPr/>
        <p:txBody>
          <a:bodyPr rtlCol="0"/>
          <a:lstStyle/>
          <a:p>
            <a:pPr rtl="0"/>
            <a:fld id="{4A9C5C5C-D8AB-4EA0-A8B6-4A2267915C85}" type="datetime1">
              <a:rPr lang="ja-JP" altLang="en-US" noProof="0" smtClean="0"/>
              <a:t>2025/8/13</a:t>
            </a:fld>
            <a:endParaRPr lang="ja-JP" altLang="en-US" noProof="0"/>
          </a:p>
        </p:txBody>
      </p:sp>
      <p:sp>
        <p:nvSpPr>
          <p:cNvPr id="3" name="フッター プレースホルダー 2">
            <a:extLst>
              <a:ext uri="{FF2B5EF4-FFF2-40B4-BE49-F238E27FC236}">
                <a16:creationId xmlns:a16="http://schemas.microsoft.com/office/drawing/2014/main" id="{D1F2DEE8-5654-4DCA-A8D0-D883E52B6FBC}"/>
              </a:ext>
            </a:extLst>
          </p:cNvPr>
          <p:cNvSpPr>
            <a:spLocks noGrp="1"/>
          </p:cNvSpPr>
          <p:nvPr>
            <p:ph type="ftr" sz="quarter" idx="11"/>
          </p:nvPr>
        </p:nvSpPr>
        <p:spPr/>
        <p:txBody>
          <a:bodyPr rtlCol="0"/>
          <a:lstStyle/>
          <a:p>
            <a:pPr rtl="0"/>
            <a:endParaRPr lang="ja-JP" altLang="en-US" noProof="0"/>
          </a:p>
        </p:txBody>
      </p:sp>
      <p:sp>
        <p:nvSpPr>
          <p:cNvPr id="4" name="スライド番号プレースホルダー 3">
            <a:extLst>
              <a:ext uri="{FF2B5EF4-FFF2-40B4-BE49-F238E27FC236}">
                <a16:creationId xmlns:a16="http://schemas.microsoft.com/office/drawing/2014/main" id="{B0B179A5-4329-4057-9DEB-5B6E3AD1183F}"/>
              </a:ext>
            </a:extLst>
          </p:cNvPr>
          <p:cNvSpPr>
            <a:spLocks noGrp="1"/>
          </p:cNvSpPr>
          <p:nvPr>
            <p:ph type="sldNum" sz="quarter" idx="12"/>
          </p:nvPr>
        </p:nvSpPr>
        <p:spPr/>
        <p:txBody>
          <a:bodyPr rtlCol="0"/>
          <a:lstStyle/>
          <a:p>
            <a:pPr rtl="0"/>
            <a:fld id="{A6AF1B4E-90EC-4A51-B6E5-B702C054ECB0}" type="slidenum">
              <a:rPr lang="en-US" altLang="ja-JP" noProof="0" smtClean="0"/>
              <a:t>‹#›</a:t>
            </a:fld>
            <a:endParaRPr lang="ja-JP" altLang="en-US" noProof="0"/>
          </a:p>
        </p:txBody>
      </p:sp>
    </p:spTree>
    <p:extLst>
      <p:ext uri="{BB962C8B-B14F-4D97-AF65-F5344CB8AC3E}">
        <p14:creationId xmlns:p14="http://schemas.microsoft.com/office/powerpoint/2010/main" val="621790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キャプション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91DA80-336B-4DBB-91A1-6E3E4B3C20AA}"/>
              </a:ext>
            </a:extLst>
          </p:cNvPr>
          <p:cNvSpPr>
            <a:spLocks noGrp="1"/>
          </p:cNvSpPr>
          <p:nvPr>
            <p:ph type="title"/>
          </p:nvPr>
        </p:nvSpPr>
        <p:spPr>
          <a:xfrm>
            <a:off x="839788" y="457200"/>
            <a:ext cx="3932237" cy="1600200"/>
          </a:xfrm>
        </p:spPr>
        <p:txBody>
          <a:bodyPr rtlCol="0" anchor="b"/>
          <a:lstStyle>
            <a:lvl1pPr>
              <a:defRPr sz="3200"/>
            </a:lvl1pPr>
          </a:lstStyle>
          <a:p>
            <a:pPr rtl="0"/>
            <a:r>
              <a:rPr lang="ja-JP" altLang="en-US" noProof="0"/>
              <a:t>マスター タイトルの書式設定</a:t>
            </a:r>
          </a:p>
        </p:txBody>
      </p:sp>
      <p:sp>
        <p:nvSpPr>
          <p:cNvPr id="3" name="コンテンツ プレースホルダー 2">
            <a:extLst>
              <a:ext uri="{FF2B5EF4-FFF2-40B4-BE49-F238E27FC236}">
                <a16:creationId xmlns:a16="http://schemas.microsoft.com/office/drawing/2014/main" id="{3840D456-F0A3-4789-A310-A23F01B2EC00}"/>
              </a:ext>
            </a:extLst>
          </p:cNvPr>
          <p:cNvSpPr>
            <a:spLocks noGrp="1"/>
          </p:cNvSpPr>
          <p:nvPr>
            <p:ph idx="1" hasCustomPrompt="1"/>
          </p:nvPr>
        </p:nvSpPr>
        <p:spPr>
          <a:xfrm>
            <a:off x="5183188" y="987425"/>
            <a:ext cx="6172200" cy="4873625"/>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ja-JP" altLang="en-US" noProof="0"/>
              <a:t>マスター テキストのスタイルを編集する</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
        <p:nvSpPr>
          <p:cNvPr id="4" name="テキスト プレースホルダー 3">
            <a:extLst>
              <a:ext uri="{FF2B5EF4-FFF2-40B4-BE49-F238E27FC236}">
                <a16:creationId xmlns:a16="http://schemas.microsoft.com/office/drawing/2014/main" id="{CB8A8B05-7071-44D4-80F7-3E8191C9A49B}"/>
              </a:ext>
            </a:extLst>
          </p:cNvPr>
          <p:cNvSpPr>
            <a:spLocks noGrp="1"/>
          </p:cNvSpPr>
          <p:nvPr>
            <p:ph type="body" sz="half" idx="2" hasCustomPrompt="1"/>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ja-JP" altLang="en-US" noProof="0"/>
              <a:t>マスター テキストのスタイルを編集する</a:t>
            </a:r>
          </a:p>
        </p:txBody>
      </p:sp>
      <p:sp>
        <p:nvSpPr>
          <p:cNvPr id="5" name="日付プレースホルダー 4">
            <a:extLst>
              <a:ext uri="{FF2B5EF4-FFF2-40B4-BE49-F238E27FC236}">
                <a16:creationId xmlns:a16="http://schemas.microsoft.com/office/drawing/2014/main" id="{E5D8562E-E6F1-449B-909C-98426BA86B36}"/>
              </a:ext>
            </a:extLst>
          </p:cNvPr>
          <p:cNvSpPr>
            <a:spLocks noGrp="1"/>
          </p:cNvSpPr>
          <p:nvPr>
            <p:ph type="dt" sz="half" idx="10"/>
          </p:nvPr>
        </p:nvSpPr>
        <p:spPr/>
        <p:txBody>
          <a:bodyPr rtlCol="0"/>
          <a:lstStyle/>
          <a:p>
            <a:pPr rtl="0"/>
            <a:fld id="{9DB50892-3B02-4BD3-9824-21D51ACE5510}" type="datetime1">
              <a:rPr lang="ja-JP" altLang="en-US" noProof="0" smtClean="0"/>
              <a:t>2025/8/13</a:t>
            </a:fld>
            <a:endParaRPr lang="ja-JP" altLang="en-US" noProof="0"/>
          </a:p>
        </p:txBody>
      </p:sp>
      <p:sp>
        <p:nvSpPr>
          <p:cNvPr id="6" name="フッター プレースホルダー 5">
            <a:extLst>
              <a:ext uri="{FF2B5EF4-FFF2-40B4-BE49-F238E27FC236}">
                <a16:creationId xmlns:a16="http://schemas.microsoft.com/office/drawing/2014/main" id="{7EB47A9A-FB08-407B-A73A-0AC513F0FD5A}"/>
              </a:ext>
            </a:extLst>
          </p:cNvPr>
          <p:cNvSpPr>
            <a:spLocks noGrp="1"/>
          </p:cNvSpPr>
          <p:nvPr>
            <p:ph type="ftr" sz="quarter" idx="11"/>
          </p:nvPr>
        </p:nvSpPr>
        <p:spPr/>
        <p:txBody>
          <a:bodyPr rtlCol="0"/>
          <a:lstStyle/>
          <a:p>
            <a:pPr rtl="0"/>
            <a:endParaRPr lang="ja-JP" altLang="en-US" noProof="0"/>
          </a:p>
        </p:txBody>
      </p:sp>
      <p:sp>
        <p:nvSpPr>
          <p:cNvPr id="7" name="スライド番号プレースホルダー 6">
            <a:extLst>
              <a:ext uri="{FF2B5EF4-FFF2-40B4-BE49-F238E27FC236}">
                <a16:creationId xmlns:a16="http://schemas.microsoft.com/office/drawing/2014/main" id="{4BFF841F-796A-4FE6-B5E0-C8A4986793EE}"/>
              </a:ext>
            </a:extLst>
          </p:cNvPr>
          <p:cNvSpPr>
            <a:spLocks noGrp="1"/>
          </p:cNvSpPr>
          <p:nvPr>
            <p:ph type="sldNum" sz="quarter" idx="12"/>
          </p:nvPr>
        </p:nvSpPr>
        <p:spPr/>
        <p:txBody>
          <a:bodyPr rtlCol="0"/>
          <a:lstStyle/>
          <a:p>
            <a:pPr rtl="0"/>
            <a:fld id="{A6AF1B4E-90EC-4A51-B6E5-B702C054ECB0}" type="slidenum">
              <a:rPr lang="en-US" altLang="ja-JP" noProof="0" smtClean="0"/>
              <a:t>‹#›</a:t>
            </a:fld>
            <a:endParaRPr lang="ja-JP" altLang="en-US" noProof="0"/>
          </a:p>
        </p:txBody>
      </p:sp>
    </p:spTree>
    <p:extLst>
      <p:ext uri="{BB962C8B-B14F-4D97-AF65-F5344CB8AC3E}">
        <p14:creationId xmlns:p14="http://schemas.microsoft.com/office/powerpoint/2010/main" val="108984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キャプション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CAD474D-6779-4C23-BD3C-82F5DC3E3E2F}"/>
              </a:ext>
            </a:extLst>
          </p:cNvPr>
          <p:cNvSpPr>
            <a:spLocks noGrp="1"/>
          </p:cNvSpPr>
          <p:nvPr>
            <p:ph type="title"/>
          </p:nvPr>
        </p:nvSpPr>
        <p:spPr>
          <a:xfrm>
            <a:off x="839788" y="457200"/>
            <a:ext cx="3932237" cy="1600200"/>
          </a:xfrm>
        </p:spPr>
        <p:txBody>
          <a:bodyPr rtlCol="0" anchor="b"/>
          <a:lstStyle>
            <a:lvl1pPr>
              <a:defRPr sz="3200"/>
            </a:lvl1pPr>
          </a:lstStyle>
          <a:p>
            <a:pPr rtl="0"/>
            <a:r>
              <a:rPr lang="ja-JP" altLang="en-US" noProof="0"/>
              <a:t>マスター タイトルの書式設定</a:t>
            </a:r>
          </a:p>
        </p:txBody>
      </p:sp>
      <p:sp>
        <p:nvSpPr>
          <p:cNvPr id="3" name="図プレースホルダー 2">
            <a:extLst>
              <a:ext uri="{FF2B5EF4-FFF2-40B4-BE49-F238E27FC236}">
                <a16:creationId xmlns:a16="http://schemas.microsoft.com/office/drawing/2014/main" id="{0A21096C-E430-49C7-A801-21C0BD95DC42}"/>
              </a:ext>
            </a:extLst>
          </p:cNvPr>
          <p:cNvSpPr>
            <a:spLocks noGrp="1"/>
          </p:cNvSpPr>
          <p:nvPr>
            <p:ph type="pic" idx="1" hasCustomPrompt="1"/>
          </p:nvPr>
        </p:nvSpPr>
        <p:spPr>
          <a:xfrm>
            <a:off x="5183188" y="987425"/>
            <a:ext cx="6172200" cy="4873625"/>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ja-JP" altLang="en-US" noProof="0"/>
              <a:t>アイコンをクリックして画像を追加</a:t>
            </a:r>
          </a:p>
        </p:txBody>
      </p:sp>
      <p:sp>
        <p:nvSpPr>
          <p:cNvPr id="4" name="テキスト プレースホルダー 3">
            <a:extLst>
              <a:ext uri="{FF2B5EF4-FFF2-40B4-BE49-F238E27FC236}">
                <a16:creationId xmlns:a16="http://schemas.microsoft.com/office/drawing/2014/main" id="{0024828F-334F-4A50-850D-10684F245271}"/>
              </a:ext>
            </a:extLst>
          </p:cNvPr>
          <p:cNvSpPr>
            <a:spLocks noGrp="1"/>
          </p:cNvSpPr>
          <p:nvPr>
            <p:ph type="body" sz="half" idx="2" hasCustomPrompt="1"/>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ja-JP" altLang="en-US" noProof="0"/>
              <a:t>マスター テキストのスタイルを編集する</a:t>
            </a:r>
          </a:p>
        </p:txBody>
      </p:sp>
      <p:sp>
        <p:nvSpPr>
          <p:cNvPr id="5" name="日付プレースホルダー 4">
            <a:extLst>
              <a:ext uri="{FF2B5EF4-FFF2-40B4-BE49-F238E27FC236}">
                <a16:creationId xmlns:a16="http://schemas.microsoft.com/office/drawing/2014/main" id="{533293F4-2B70-4BB5-A982-219E4133E251}"/>
              </a:ext>
            </a:extLst>
          </p:cNvPr>
          <p:cNvSpPr>
            <a:spLocks noGrp="1"/>
          </p:cNvSpPr>
          <p:nvPr>
            <p:ph type="dt" sz="half" idx="10"/>
          </p:nvPr>
        </p:nvSpPr>
        <p:spPr/>
        <p:txBody>
          <a:bodyPr rtlCol="0"/>
          <a:lstStyle/>
          <a:p>
            <a:pPr rtl="0"/>
            <a:fld id="{8F496CA8-C794-45AE-9EFE-6087A57D9128}" type="datetime1">
              <a:rPr lang="ja-JP" altLang="en-US" noProof="0" smtClean="0"/>
              <a:t>2025/8/13</a:t>
            </a:fld>
            <a:endParaRPr lang="ja-JP" altLang="en-US" noProof="0"/>
          </a:p>
        </p:txBody>
      </p:sp>
      <p:sp>
        <p:nvSpPr>
          <p:cNvPr id="6" name="フッター プレースホルダー 5">
            <a:extLst>
              <a:ext uri="{FF2B5EF4-FFF2-40B4-BE49-F238E27FC236}">
                <a16:creationId xmlns:a16="http://schemas.microsoft.com/office/drawing/2014/main" id="{C4F9A86F-B378-4759-B50E-2E0BFAE62463}"/>
              </a:ext>
            </a:extLst>
          </p:cNvPr>
          <p:cNvSpPr>
            <a:spLocks noGrp="1"/>
          </p:cNvSpPr>
          <p:nvPr>
            <p:ph type="ftr" sz="quarter" idx="11"/>
          </p:nvPr>
        </p:nvSpPr>
        <p:spPr/>
        <p:txBody>
          <a:bodyPr rtlCol="0"/>
          <a:lstStyle/>
          <a:p>
            <a:pPr rtl="0"/>
            <a:endParaRPr lang="ja-JP" altLang="en-US" noProof="0"/>
          </a:p>
        </p:txBody>
      </p:sp>
      <p:sp>
        <p:nvSpPr>
          <p:cNvPr id="7" name="スライド番号プレースホルダー 6">
            <a:extLst>
              <a:ext uri="{FF2B5EF4-FFF2-40B4-BE49-F238E27FC236}">
                <a16:creationId xmlns:a16="http://schemas.microsoft.com/office/drawing/2014/main" id="{B0A95BDC-FC58-4638-AA59-A3DA9931FD3D}"/>
              </a:ext>
            </a:extLst>
          </p:cNvPr>
          <p:cNvSpPr>
            <a:spLocks noGrp="1"/>
          </p:cNvSpPr>
          <p:nvPr>
            <p:ph type="sldNum" sz="quarter" idx="12"/>
          </p:nvPr>
        </p:nvSpPr>
        <p:spPr/>
        <p:txBody>
          <a:bodyPr rtlCol="0"/>
          <a:lstStyle/>
          <a:p>
            <a:pPr rtl="0"/>
            <a:fld id="{A6AF1B4E-90EC-4A51-B6E5-B702C054ECB0}" type="slidenum">
              <a:rPr lang="en-US" altLang="ja-JP" noProof="0" smtClean="0"/>
              <a:t>‹#›</a:t>
            </a:fld>
            <a:endParaRPr lang="ja-JP" altLang="en-US" noProof="0"/>
          </a:p>
        </p:txBody>
      </p:sp>
    </p:spTree>
    <p:extLst>
      <p:ext uri="{BB962C8B-B14F-4D97-AF65-F5344CB8AC3E}">
        <p14:creationId xmlns:p14="http://schemas.microsoft.com/office/powerpoint/2010/main" val="1790833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A47D73-EDDA-49A6-BA12-1CA980DA9BC0}"/>
              </a:ext>
            </a:extLst>
          </p:cNvPr>
          <p:cNvSpPr>
            <a:spLocks noGrp="1"/>
          </p:cNvSpPr>
          <p:nvPr>
            <p:ph type="title"/>
          </p:nvPr>
        </p:nvSpPr>
        <p:spPr/>
        <p:txBody>
          <a:bodyPr rtlCol="0"/>
          <a:lstStyle/>
          <a:p>
            <a:pPr rtl="0"/>
            <a:r>
              <a:rPr lang="ja-JP" altLang="en-US" noProof="0"/>
              <a:t>マスター タイトルの書式設定</a:t>
            </a:r>
          </a:p>
        </p:txBody>
      </p:sp>
      <p:sp>
        <p:nvSpPr>
          <p:cNvPr id="3" name="縦書きテキスト プレースホルダー 2">
            <a:extLst>
              <a:ext uri="{FF2B5EF4-FFF2-40B4-BE49-F238E27FC236}">
                <a16:creationId xmlns:a16="http://schemas.microsoft.com/office/drawing/2014/main" id="{2189B82E-4CA1-47A5-B133-FBD4D8A83983}"/>
              </a:ext>
            </a:extLst>
          </p:cNvPr>
          <p:cNvSpPr>
            <a:spLocks noGrp="1"/>
          </p:cNvSpPr>
          <p:nvPr>
            <p:ph type="body" orient="vert" idx="1" hasCustomPrompt="1"/>
          </p:nvPr>
        </p:nvSpPr>
        <p:spPr/>
        <p:txBody>
          <a:bodyPr vert="eaVert" rtlCol="0"/>
          <a:lstStyle/>
          <a:p>
            <a:pPr lvl="0" rtl="0"/>
            <a:r>
              <a:rPr lang="ja-JP" altLang="en-US" noProof="0"/>
              <a:t>マスター テキストのスタイルを編集する</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
        <p:nvSpPr>
          <p:cNvPr id="4" name="日付プレースホルダー 3">
            <a:extLst>
              <a:ext uri="{FF2B5EF4-FFF2-40B4-BE49-F238E27FC236}">
                <a16:creationId xmlns:a16="http://schemas.microsoft.com/office/drawing/2014/main" id="{938A267F-D142-4D04-9F03-6CB099E6FA32}"/>
              </a:ext>
            </a:extLst>
          </p:cNvPr>
          <p:cNvSpPr>
            <a:spLocks noGrp="1"/>
          </p:cNvSpPr>
          <p:nvPr>
            <p:ph type="dt" sz="half" idx="10"/>
          </p:nvPr>
        </p:nvSpPr>
        <p:spPr/>
        <p:txBody>
          <a:bodyPr rtlCol="0"/>
          <a:lstStyle/>
          <a:p>
            <a:pPr rtl="0"/>
            <a:fld id="{4553AC82-D831-4883-BD48-BC8D90E66743}" type="datetime1">
              <a:rPr lang="ja-JP" altLang="en-US" noProof="0" smtClean="0"/>
              <a:t>2025/8/13</a:t>
            </a:fld>
            <a:endParaRPr lang="ja-JP" altLang="en-US" noProof="0"/>
          </a:p>
        </p:txBody>
      </p:sp>
      <p:sp>
        <p:nvSpPr>
          <p:cNvPr id="5" name="フッター プレースホルダー 4">
            <a:extLst>
              <a:ext uri="{FF2B5EF4-FFF2-40B4-BE49-F238E27FC236}">
                <a16:creationId xmlns:a16="http://schemas.microsoft.com/office/drawing/2014/main" id="{705127CA-154D-4E90-B776-A2EE71F78D2E}"/>
              </a:ext>
            </a:extLst>
          </p:cNvPr>
          <p:cNvSpPr>
            <a:spLocks noGrp="1"/>
          </p:cNvSpPr>
          <p:nvPr>
            <p:ph type="ftr" sz="quarter" idx="11"/>
          </p:nvPr>
        </p:nvSpPr>
        <p:spPr/>
        <p:txBody>
          <a:bodyPr rtlCol="0"/>
          <a:lstStyle/>
          <a:p>
            <a:pPr rtl="0"/>
            <a:endParaRPr lang="ja-JP" altLang="en-US" noProof="0"/>
          </a:p>
        </p:txBody>
      </p:sp>
      <p:sp>
        <p:nvSpPr>
          <p:cNvPr id="6" name="スライド番号プレースホルダー 5">
            <a:extLst>
              <a:ext uri="{FF2B5EF4-FFF2-40B4-BE49-F238E27FC236}">
                <a16:creationId xmlns:a16="http://schemas.microsoft.com/office/drawing/2014/main" id="{ED5F0BA5-F4EE-4282-B111-76B869BE267D}"/>
              </a:ext>
            </a:extLst>
          </p:cNvPr>
          <p:cNvSpPr>
            <a:spLocks noGrp="1"/>
          </p:cNvSpPr>
          <p:nvPr>
            <p:ph type="sldNum" sz="quarter" idx="12"/>
          </p:nvPr>
        </p:nvSpPr>
        <p:spPr/>
        <p:txBody>
          <a:bodyPr rtlCol="0"/>
          <a:lstStyle/>
          <a:p>
            <a:pPr rtl="0"/>
            <a:fld id="{A6AF1B4E-90EC-4A51-B6E5-B702C054ECB0}" type="slidenum">
              <a:rPr lang="en-US" altLang="ja-JP" noProof="0" smtClean="0"/>
              <a:t>‹#›</a:t>
            </a:fld>
            <a:endParaRPr lang="ja-JP" altLang="en-US" noProof="0"/>
          </a:p>
        </p:txBody>
      </p:sp>
    </p:spTree>
    <p:extLst>
      <p:ext uri="{BB962C8B-B14F-4D97-AF65-F5344CB8AC3E}">
        <p14:creationId xmlns:p14="http://schemas.microsoft.com/office/powerpoint/2010/main" val="3067408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0256E92A-52E0-4710-BDEF-0A1534685403}"/>
              </a:ext>
            </a:extLst>
          </p:cNvPr>
          <p:cNvSpPr>
            <a:spLocks noGrp="1"/>
          </p:cNvSpPr>
          <p:nvPr>
            <p:ph type="title" orient="vert"/>
          </p:nvPr>
        </p:nvSpPr>
        <p:spPr>
          <a:xfrm>
            <a:off x="8724900" y="365125"/>
            <a:ext cx="2628900" cy="5811838"/>
          </a:xfrm>
        </p:spPr>
        <p:txBody>
          <a:bodyPr vert="eaVert" rtlCol="0"/>
          <a:lstStyle/>
          <a:p>
            <a:pPr rtl="0"/>
            <a:r>
              <a:rPr lang="ja-JP" altLang="en-US" noProof="0"/>
              <a:t>マスター タイトルの書式設定</a:t>
            </a:r>
          </a:p>
        </p:txBody>
      </p:sp>
      <p:sp>
        <p:nvSpPr>
          <p:cNvPr id="3" name="縦書きテキスト プレースホルダー 2">
            <a:extLst>
              <a:ext uri="{FF2B5EF4-FFF2-40B4-BE49-F238E27FC236}">
                <a16:creationId xmlns:a16="http://schemas.microsoft.com/office/drawing/2014/main" id="{B7A240E1-5EB0-47FD-AA37-BF945D136CC3}"/>
              </a:ext>
            </a:extLst>
          </p:cNvPr>
          <p:cNvSpPr>
            <a:spLocks noGrp="1"/>
          </p:cNvSpPr>
          <p:nvPr>
            <p:ph type="body" orient="vert" idx="1" hasCustomPrompt="1"/>
          </p:nvPr>
        </p:nvSpPr>
        <p:spPr>
          <a:xfrm>
            <a:off x="838200" y="365125"/>
            <a:ext cx="7734300" cy="5811838"/>
          </a:xfrm>
        </p:spPr>
        <p:txBody>
          <a:bodyPr vert="eaVert" rtlCol="0"/>
          <a:lstStyle/>
          <a:p>
            <a:pPr lvl="0" rtl="0"/>
            <a:r>
              <a:rPr lang="ja-JP" altLang="en-US" noProof="0"/>
              <a:t>マスター テキストのスタイルを編集する</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
        <p:nvSpPr>
          <p:cNvPr id="4" name="日付プレースホルダー 3">
            <a:extLst>
              <a:ext uri="{FF2B5EF4-FFF2-40B4-BE49-F238E27FC236}">
                <a16:creationId xmlns:a16="http://schemas.microsoft.com/office/drawing/2014/main" id="{A1A14243-F1E4-487A-ABEC-30516A01DF2B}"/>
              </a:ext>
            </a:extLst>
          </p:cNvPr>
          <p:cNvSpPr>
            <a:spLocks noGrp="1"/>
          </p:cNvSpPr>
          <p:nvPr>
            <p:ph type="dt" sz="half" idx="10"/>
          </p:nvPr>
        </p:nvSpPr>
        <p:spPr/>
        <p:txBody>
          <a:bodyPr rtlCol="0"/>
          <a:lstStyle/>
          <a:p>
            <a:pPr rtl="0"/>
            <a:fld id="{65F95E34-48BE-42F7-8DA7-26DC0629C475}" type="datetime1">
              <a:rPr lang="ja-JP" altLang="en-US" noProof="0" smtClean="0"/>
              <a:t>2025/8/13</a:t>
            </a:fld>
            <a:endParaRPr lang="ja-JP" altLang="en-US" noProof="0"/>
          </a:p>
        </p:txBody>
      </p:sp>
      <p:sp>
        <p:nvSpPr>
          <p:cNvPr id="5" name="フッター プレースホルダー 4">
            <a:extLst>
              <a:ext uri="{FF2B5EF4-FFF2-40B4-BE49-F238E27FC236}">
                <a16:creationId xmlns:a16="http://schemas.microsoft.com/office/drawing/2014/main" id="{AC358244-98FD-472D-AB8C-075F71C10BF7}"/>
              </a:ext>
            </a:extLst>
          </p:cNvPr>
          <p:cNvSpPr>
            <a:spLocks noGrp="1"/>
          </p:cNvSpPr>
          <p:nvPr>
            <p:ph type="ftr" sz="quarter" idx="11"/>
          </p:nvPr>
        </p:nvSpPr>
        <p:spPr/>
        <p:txBody>
          <a:bodyPr rtlCol="0"/>
          <a:lstStyle/>
          <a:p>
            <a:pPr rtl="0"/>
            <a:endParaRPr lang="ja-JP" altLang="en-US" noProof="0"/>
          </a:p>
        </p:txBody>
      </p:sp>
      <p:sp>
        <p:nvSpPr>
          <p:cNvPr id="6" name="スライド番号プレースホルダー 5">
            <a:extLst>
              <a:ext uri="{FF2B5EF4-FFF2-40B4-BE49-F238E27FC236}">
                <a16:creationId xmlns:a16="http://schemas.microsoft.com/office/drawing/2014/main" id="{74998D5A-820D-4519-967F-33320971CBAB}"/>
              </a:ext>
            </a:extLst>
          </p:cNvPr>
          <p:cNvSpPr>
            <a:spLocks noGrp="1"/>
          </p:cNvSpPr>
          <p:nvPr>
            <p:ph type="sldNum" sz="quarter" idx="12"/>
          </p:nvPr>
        </p:nvSpPr>
        <p:spPr/>
        <p:txBody>
          <a:bodyPr rtlCol="0"/>
          <a:lstStyle/>
          <a:p>
            <a:pPr rtl="0"/>
            <a:fld id="{A6AF1B4E-90EC-4A51-B6E5-B702C054ECB0}" type="slidenum">
              <a:rPr lang="en-US" altLang="ja-JP" noProof="0" smtClean="0"/>
              <a:t>‹#›</a:t>
            </a:fld>
            <a:endParaRPr lang="ja-JP" altLang="en-US" noProof="0"/>
          </a:p>
        </p:txBody>
      </p:sp>
    </p:spTree>
    <p:extLst>
      <p:ext uri="{BB962C8B-B14F-4D97-AF65-F5344CB8AC3E}">
        <p14:creationId xmlns:p14="http://schemas.microsoft.com/office/powerpoint/2010/main" val="14024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D80BC3B-525F-4038-9330-0729879F91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ja-JP" altLang="en-US" noProof="0"/>
              <a:t>マスター タイトルの書式設定</a:t>
            </a:r>
          </a:p>
        </p:txBody>
      </p:sp>
      <p:sp>
        <p:nvSpPr>
          <p:cNvPr id="3" name="テキスト プレースホルダー 2">
            <a:extLst>
              <a:ext uri="{FF2B5EF4-FFF2-40B4-BE49-F238E27FC236}">
                <a16:creationId xmlns:a16="http://schemas.microsoft.com/office/drawing/2014/main" id="{99629186-93D7-46FA-AE02-36D9426043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ja-JP" altLang="en-US" noProof="0"/>
              <a:t>マスター テキストのスタイルを編集する</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
        <p:nvSpPr>
          <p:cNvPr id="4" name="日付プレースホルダー 3">
            <a:extLst>
              <a:ext uri="{FF2B5EF4-FFF2-40B4-BE49-F238E27FC236}">
                <a16:creationId xmlns:a16="http://schemas.microsoft.com/office/drawing/2014/main" id="{21BF1CEB-0530-4996-BAEF-2E6A04DAD6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Meiryo UI" panose="020B0604030504040204" pitchFamily="34" charset="-128"/>
                <a:ea typeface="Meiryo UI" panose="020B0604030504040204" pitchFamily="34" charset="-128"/>
                <a:cs typeface="Meiryo UI" panose="020B0604030504040204" pitchFamily="34" charset="-128"/>
              </a:defRPr>
            </a:lvl1pPr>
          </a:lstStyle>
          <a:p>
            <a:fld id="{AF215255-F71C-4933-8197-BAC387FC9F52}" type="datetime1">
              <a:rPr lang="ja-JP" altLang="en-US" noProof="0" smtClean="0"/>
              <a:t>2025/8/13</a:t>
            </a:fld>
            <a:endParaRPr lang="ja-JP" altLang="en-US" noProof="0"/>
          </a:p>
        </p:txBody>
      </p:sp>
      <p:sp>
        <p:nvSpPr>
          <p:cNvPr id="5" name="フッター プレースホルダー 4">
            <a:extLst>
              <a:ext uri="{FF2B5EF4-FFF2-40B4-BE49-F238E27FC236}">
                <a16:creationId xmlns:a16="http://schemas.microsoft.com/office/drawing/2014/main" id="{C8DCFF3D-7353-4B4D-9E75-FA835E06E7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eiryo UI" panose="020B0604030504040204" pitchFamily="34" charset="-128"/>
                <a:ea typeface="Meiryo UI" panose="020B0604030504040204" pitchFamily="34" charset="-128"/>
                <a:cs typeface="Meiryo UI" panose="020B0604030504040204" pitchFamily="34" charset="-128"/>
              </a:defRPr>
            </a:lvl1pPr>
          </a:lstStyle>
          <a:p>
            <a:endParaRPr lang="ja-JP" altLang="en-US" noProof="0"/>
          </a:p>
        </p:txBody>
      </p:sp>
      <p:sp>
        <p:nvSpPr>
          <p:cNvPr id="6" name="スライド番号プレースホルダー 5">
            <a:extLst>
              <a:ext uri="{FF2B5EF4-FFF2-40B4-BE49-F238E27FC236}">
                <a16:creationId xmlns:a16="http://schemas.microsoft.com/office/drawing/2014/main" id="{F382C8D6-8B0B-4982-9EE4-AA823C69C3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eiryo UI" panose="020B0604030504040204" pitchFamily="34" charset="-128"/>
                <a:ea typeface="Meiryo UI" panose="020B0604030504040204" pitchFamily="34" charset="-128"/>
                <a:cs typeface="Meiryo UI" panose="020B0604030504040204" pitchFamily="34" charset="-128"/>
              </a:defRPr>
            </a:lvl1pPr>
          </a:lstStyle>
          <a:p>
            <a:fld id="{A6AF1B4E-90EC-4A51-B6E5-B702C054ECB0}" type="slidenum">
              <a:rPr lang="en-US" altLang="ja-JP" noProof="0" smtClean="0"/>
              <a:pPr/>
              <a:t>‹#›</a:t>
            </a:fld>
            <a:endParaRPr lang="ja-JP" altLang="en-US" noProof="0"/>
          </a:p>
        </p:txBody>
      </p:sp>
    </p:spTree>
    <p:extLst>
      <p:ext uri="{BB962C8B-B14F-4D97-AF65-F5344CB8AC3E}">
        <p14:creationId xmlns:p14="http://schemas.microsoft.com/office/powerpoint/2010/main" val="40106040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eiryo UI" panose="020B0604030504040204" pitchFamily="34" charset="-128"/>
          <a:ea typeface="Meiryo UI" panose="020B0604030504040204" pitchFamily="34" charset="-128"/>
          <a:cs typeface="Meiryo UI" panose="020B0604030504040204" pitchFamily="34" charset="-128"/>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eiryo UI" panose="020B0604030504040204" pitchFamily="34" charset="-128"/>
          <a:ea typeface="Meiryo UI" panose="020B0604030504040204" pitchFamily="34" charset="-128"/>
          <a:cs typeface="Meiryo UI" panose="020B0604030504040204" pitchFamily="34" charset="-128"/>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eiryo UI" panose="020B0604030504040204" pitchFamily="34" charset="-128"/>
          <a:ea typeface="Meiryo UI" panose="020B0604030504040204" pitchFamily="34" charset="-128"/>
          <a:cs typeface="Meiryo UI" panose="020B0604030504040204" pitchFamily="34" charset="-128"/>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34" charset="-128"/>
          <a:ea typeface="Meiryo UI" panose="020B0604030504040204" pitchFamily="34" charset="-128"/>
          <a:cs typeface="Meiryo UI" panose="020B0604030504040204" pitchFamily="34" charset="-128"/>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34" charset="-128"/>
          <a:ea typeface="Meiryo UI" panose="020B0604030504040204" pitchFamily="34" charset="-128"/>
          <a:cs typeface="Meiryo UI" panose="020B0604030504040204" pitchFamily="34" charset="-128"/>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34" charset="-128"/>
          <a:ea typeface="Meiryo UI" panose="020B0604030504040204" pitchFamily="34" charset="-128"/>
          <a:cs typeface="Meiryo UI" panose="020B0604030504040204" pitchFamily="34" charset="-128"/>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13.sv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5.svg"/><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6.svg"/><Relationship Id="rId4" Type="http://schemas.openxmlformats.org/officeDocument/2006/relationships/image" Target="../media/image6.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7.sv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7.png"/><Relationship Id="rId7"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2.svg"/><Relationship Id="rId4" Type="http://schemas.openxmlformats.org/officeDocument/2006/relationships/image" Target="../media/image8.svg"/><Relationship Id="rId9"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561AC0E-7195-4ACF-AA0A-5E2923A987F7}"/>
              </a:ext>
            </a:extLst>
          </p:cNvPr>
          <p:cNvSpPr>
            <a:spLocks noGrp="1"/>
          </p:cNvSpPr>
          <p:nvPr>
            <p:ph type="ctrTitle"/>
          </p:nvPr>
        </p:nvSpPr>
        <p:spPr>
          <a:xfrm>
            <a:off x="4654294" y="4522156"/>
            <a:ext cx="7182105" cy="1363215"/>
          </a:xfrm>
        </p:spPr>
        <p:txBody>
          <a:bodyPr rtlCol="0" anchor="t">
            <a:normAutofit fontScale="90000"/>
          </a:bodyPr>
          <a:lstStyle/>
          <a:p>
            <a:pPr algn="l" rtl="0"/>
            <a:r>
              <a:rPr lang="en-US" altLang="ja-JP" sz="6600" dirty="0">
                <a:latin typeface="+mj-ea"/>
                <a:ea typeface="+mj-ea"/>
                <a:cs typeface="Meiryo UI" panose="020B0604030504040204" pitchFamily="34" charset="-128"/>
              </a:rPr>
              <a:t>Where’s next, Japan?</a:t>
            </a:r>
            <a:endParaRPr lang="ja-JP" altLang="en-US" sz="6600" dirty="0">
              <a:latin typeface="+mj-ea"/>
              <a:ea typeface="+mj-ea"/>
              <a:cs typeface="Meiryo UI" panose="020B0604030504040204" pitchFamily="34" charset="-128"/>
            </a:endParaRPr>
          </a:p>
        </p:txBody>
      </p:sp>
      <p:sp>
        <p:nvSpPr>
          <p:cNvPr id="3" name="サブタイトル 2">
            <a:extLst>
              <a:ext uri="{FF2B5EF4-FFF2-40B4-BE49-F238E27FC236}">
                <a16:creationId xmlns:a16="http://schemas.microsoft.com/office/drawing/2014/main" id="{814253EE-4FA2-4843-BE27-C7D5B08FFB81}"/>
              </a:ext>
            </a:extLst>
          </p:cNvPr>
          <p:cNvSpPr>
            <a:spLocks noGrp="1"/>
          </p:cNvSpPr>
          <p:nvPr>
            <p:ph type="subTitle" idx="1"/>
          </p:nvPr>
        </p:nvSpPr>
        <p:spPr>
          <a:xfrm>
            <a:off x="6582780" y="5398594"/>
            <a:ext cx="5609219" cy="576738"/>
          </a:xfrm>
        </p:spPr>
        <p:txBody>
          <a:bodyPr rtlCol="0" anchor="b">
            <a:normAutofit fontScale="92500" lnSpcReduction="10000"/>
          </a:bodyPr>
          <a:lstStyle/>
          <a:p>
            <a:pPr algn="l" rtl="0"/>
            <a:r>
              <a:rPr lang="en-US" altLang="ja-JP" sz="4000" dirty="0">
                <a:latin typeface="+mj-ea"/>
                <a:ea typeface="+mj-ea"/>
                <a:cs typeface="Meiryo UI" panose="020B0604030504040204" pitchFamily="34" charset="-128"/>
              </a:rPr>
              <a:t>Chamu </a:t>
            </a:r>
            <a:r>
              <a:rPr lang="ja-JP" altLang="en-US" sz="4000" dirty="0">
                <a:latin typeface="+mj-ea"/>
                <a:ea typeface="+mj-ea"/>
                <a:cs typeface="Meiryo UI" panose="020B0604030504040204" pitchFamily="34" charset="-128"/>
              </a:rPr>
              <a:t>最終発表</a:t>
            </a:r>
          </a:p>
        </p:txBody>
      </p:sp>
      <p:sp>
        <p:nvSpPr>
          <p:cNvPr id="29" name="フリーフォーム:図形 28">
            <a:extLst>
              <a:ext uri="{FF2B5EF4-FFF2-40B4-BE49-F238E27FC236}">
                <a16:creationId xmlns:a16="http://schemas.microsoft.com/office/drawing/2014/main" id="{F6E384F5-137A-40B1-97F0-694CC6ECD5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122218"/>
            <a:ext cx="3730752" cy="4735782"/>
          </a:xfrm>
          <a:custGeom>
            <a:avLst/>
            <a:gdLst>
              <a:gd name="connsiteX0" fmla="*/ 640080 w 3730752"/>
              <a:gd name="connsiteY0" fmla="*/ 0 h 4735782"/>
              <a:gd name="connsiteX1" fmla="*/ 3730752 w 3730752"/>
              <a:gd name="connsiteY1" fmla="*/ 3090672 h 4735782"/>
              <a:gd name="connsiteX2" fmla="*/ 3357725 w 3730752"/>
              <a:gd name="connsiteY2" fmla="*/ 4563870 h 4735782"/>
              <a:gd name="connsiteX3" fmla="*/ 3253285 w 3730752"/>
              <a:gd name="connsiteY3" fmla="*/ 4735782 h 4735782"/>
              <a:gd name="connsiteX4" fmla="*/ 0 w 3730752"/>
              <a:gd name="connsiteY4" fmla="*/ 4735782 h 4735782"/>
              <a:gd name="connsiteX5" fmla="*/ 0 w 3730752"/>
              <a:gd name="connsiteY5" fmla="*/ 67215 h 4735782"/>
              <a:gd name="connsiteX6" fmla="*/ 17202 w 3730752"/>
              <a:gd name="connsiteY6" fmla="*/ 62792 h 4735782"/>
              <a:gd name="connsiteX7" fmla="*/ 640080 w 3730752"/>
              <a:gd name="connsiteY7" fmla="*/ 0 h 473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752" h="4735782">
                <a:moveTo>
                  <a:pt x="640080" y="0"/>
                </a:moveTo>
                <a:cubicBezTo>
                  <a:pt x="2347011" y="0"/>
                  <a:pt x="3730752" y="1383741"/>
                  <a:pt x="3730752" y="3090672"/>
                </a:cubicBezTo>
                <a:cubicBezTo>
                  <a:pt x="3730752" y="3624088"/>
                  <a:pt x="3595621" y="4125943"/>
                  <a:pt x="3357725" y="4563870"/>
                </a:cubicBezTo>
                <a:lnTo>
                  <a:pt x="3253285" y="4735782"/>
                </a:lnTo>
                <a:lnTo>
                  <a:pt x="0" y="4735782"/>
                </a:lnTo>
                <a:lnTo>
                  <a:pt x="0" y="67215"/>
                </a:lnTo>
                <a:lnTo>
                  <a:pt x="17202" y="62792"/>
                </a:lnTo>
                <a:cubicBezTo>
                  <a:pt x="218397" y="21621"/>
                  <a:pt x="426714" y="0"/>
                  <a:pt x="64008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endParaRPr>
          </a:p>
        </p:txBody>
      </p:sp>
      <p:sp>
        <p:nvSpPr>
          <p:cNvPr id="31" name="フリーフォーム:図形 30">
            <a:extLst>
              <a:ext uri="{FF2B5EF4-FFF2-40B4-BE49-F238E27FC236}">
                <a16:creationId xmlns:a16="http://schemas.microsoft.com/office/drawing/2014/main" id="{EBA87361-6D30-46E4-834B-719CF59055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8332"/>
            <a:ext cx="3564638" cy="4569668"/>
          </a:xfrm>
          <a:custGeom>
            <a:avLst/>
            <a:gdLst>
              <a:gd name="connsiteX0" fmla="*/ 640080 w 3564638"/>
              <a:gd name="connsiteY0" fmla="*/ 0 h 4569668"/>
              <a:gd name="connsiteX1" fmla="*/ 3564638 w 3564638"/>
              <a:gd name="connsiteY1" fmla="*/ 2924558 h 4569668"/>
              <a:gd name="connsiteX2" fmla="*/ 3065170 w 3564638"/>
              <a:gd name="connsiteY2" fmla="*/ 4559707 h 4569668"/>
              <a:gd name="connsiteX3" fmla="*/ 3057720 w 3564638"/>
              <a:gd name="connsiteY3" fmla="*/ 4569668 h 4569668"/>
              <a:gd name="connsiteX4" fmla="*/ 0 w 3564638"/>
              <a:gd name="connsiteY4" fmla="*/ 4569668 h 4569668"/>
              <a:gd name="connsiteX5" fmla="*/ 0 w 3564638"/>
              <a:gd name="connsiteY5" fmla="*/ 72448 h 4569668"/>
              <a:gd name="connsiteX6" fmla="*/ 50679 w 3564638"/>
              <a:gd name="connsiteY6" fmla="*/ 59417 h 4569668"/>
              <a:gd name="connsiteX7" fmla="*/ 640080 w 3564638"/>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4638" h="4569668">
                <a:moveTo>
                  <a:pt x="640080" y="0"/>
                </a:moveTo>
                <a:cubicBezTo>
                  <a:pt x="2255269" y="0"/>
                  <a:pt x="3564638" y="1309369"/>
                  <a:pt x="3564638" y="2924558"/>
                </a:cubicBezTo>
                <a:cubicBezTo>
                  <a:pt x="3564638" y="3530254"/>
                  <a:pt x="3380508" y="4092944"/>
                  <a:pt x="3065170" y="4559707"/>
                </a:cubicBezTo>
                <a:lnTo>
                  <a:pt x="3057720" y="4569668"/>
                </a:lnTo>
                <a:lnTo>
                  <a:pt x="0" y="4569668"/>
                </a:lnTo>
                <a:lnTo>
                  <a:pt x="0" y="72448"/>
                </a:lnTo>
                <a:lnTo>
                  <a:pt x="50679" y="59417"/>
                </a:lnTo>
                <a:cubicBezTo>
                  <a:pt x="241061" y="20459"/>
                  <a:pt x="438181" y="0"/>
                  <a:pt x="64008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endParaRPr>
          </a:p>
        </p:txBody>
      </p:sp>
      <p:sp>
        <p:nvSpPr>
          <p:cNvPr id="33" name="フリーフォーム:図形 32">
            <a:extLst>
              <a:ext uri="{FF2B5EF4-FFF2-40B4-BE49-F238E27FC236}">
                <a16:creationId xmlns:a16="http://schemas.microsoft.com/office/drawing/2014/main" id="{9DBC4630-03DA-474F-BBCB-BA3AE6B31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1982" y="-4332"/>
            <a:ext cx="4242816" cy="2454158"/>
          </a:xfrm>
          <a:custGeom>
            <a:avLst/>
            <a:gdLst>
              <a:gd name="connsiteX0" fmla="*/ 28633 w 4242816"/>
              <a:gd name="connsiteY0" fmla="*/ 0 h 2454158"/>
              <a:gd name="connsiteX1" fmla="*/ 4214183 w 4242816"/>
              <a:gd name="connsiteY1" fmla="*/ 0 h 2454158"/>
              <a:gd name="connsiteX2" fmla="*/ 4231864 w 4242816"/>
              <a:gd name="connsiteY2" fmla="*/ 115848 h 2454158"/>
              <a:gd name="connsiteX3" fmla="*/ 4242816 w 4242816"/>
              <a:gd name="connsiteY3" fmla="*/ 332750 h 2454158"/>
              <a:gd name="connsiteX4" fmla="*/ 2121408 w 4242816"/>
              <a:gd name="connsiteY4" fmla="*/ 2454158 h 2454158"/>
              <a:gd name="connsiteX5" fmla="*/ 0 w 4242816"/>
              <a:gd name="connsiteY5" fmla="*/ 332750 h 2454158"/>
              <a:gd name="connsiteX6" fmla="*/ 10953 w 4242816"/>
              <a:gd name="connsiteY6" fmla="*/ 115848 h 245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42816" h="2454158">
                <a:moveTo>
                  <a:pt x="28633" y="0"/>
                </a:moveTo>
                <a:lnTo>
                  <a:pt x="4214183" y="0"/>
                </a:lnTo>
                <a:lnTo>
                  <a:pt x="4231864" y="115848"/>
                </a:lnTo>
                <a:cubicBezTo>
                  <a:pt x="4239106" y="187164"/>
                  <a:pt x="4242816" y="259524"/>
                  <a:pt x="4242816" y="332750"/>
                </a:cubicBezTo>
                <a:cubicBezTo>
                  <a:pt x="4242816" y="1504371"/>
                  <a:pt x="3293029" y="2454158"/>
                  <a:pt x="2121408" y="2454158"/>
                </a:cubicBezTo>
                <a:cubicBezTo>
                  <a:pt x="949787" y="2454158"/>
                  <a:pt x="0" y="1504371"/>
                  <a:pt x="0" y="332750"/>
                </a:cubicBezTo>
                <a:cubicBezTo>
                  <a:pt x="0" y="259524"/>
                  <a:pt x="3710" y="187164"/>
                  <a:pt x="10953" y="115848"/>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endParaRPr>
          </a:p>
        </p:txBody>
      </p:sp>
      <p:sp>
        <p:nvSpPr>
          <p:cNvPr id="35" name="フリーフォーム:図形 34">
            <a:extLst>
              <a:ext uri="{FF2B5EF4-FFF2-40B4-BE49-F238E27FC236}">
                <a16:creationId xmlns:a16="http://schemas.microsoft.com/office/drawing/2014/main" id="{D89DB1C0-FEEC-4CB6-88B2-F9C5562E09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6574" y="0"/>
            <a:ext cx="3913632" cy="2285234"/>
          </a:xfrm>
          <a:custGeom>
            <a:avLst/>
            <a:gdLst>
              <a:gd name="connsiteX0" fmla="*/ 29691 w 3913632"/>
              <a:gd name="connsiteY0" fmla="*/ 0 h 2285234"/>
              <a:gd name="connsiteX1" fmla="*/ 3883942 w 3913632"/>
              <a:gd name="connsiteY1" fmla="*/ 0 h 2285234"/>
              <a:gd name="connsiteX2" fmla="*/ 3903529 w 3913632"/>
              <a:gd name="connsiteY2" fmla="*/ 128345 h 2285234"/>
              <a:gd name="connsiteX3" fmla="*/ 3913632 w 3913632"/>
              <a:gd name="connsiteY3" fmla="*/ 328418 h 2285234"/>
              <a:gd name="connsiteX4" fmla="*/ 1956816 w 3913632"/>
              <a:gd name="connsiteY4" fmla="*/ 2285234 h 2285234"/>
              <a:gd name="connsiteX5" fmla="*/ 0 w 3913632"/>
              <a:gd name="connsiteY5" fmla="*/ 328418 h 2285234"/>
              <a:gd name="connsiteX6" fmla="*/ 10103 w 3913632"/>
              <a:gd name="connsiteY6" fmla="*/ 128345 h 2285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13632" h="2285234">
                <a:moveTo>
                  <a:pt x="29691" y="0"/>
                </a:moveTo>
                <a:lnTo>
                  <a:pt x="3883942" y="0"/>
                </a:lnTo>
                <a:lnTo>
                  <a:pt x="3903529" y="128345"/>
                </a:lnTo>
                <a:cubicBezTo>
                  <a:pt x="3910210" y="194127"/>
                  <a:pt x="3913632" y="260873"/>
                  <a:pt x="3913632" y="328418"/>
                </a:cubicBezTo>
                <a:cubicBezTo>
                  <a:pt x="3913632" y="1409138"/>
                  <a:pt x="3037536" y="2285234"/>
                  <a:pt x="1956816" y="2285234"/>
                </a:cubicBezTo>
                <a:cubicBezTo>
                  <a:pt x="876096" y="2285234"/>
                  <a:pt x="0" y="1409138"/>
                  <a:pt x="0" y="328418"/>
                </a:cubicBezTo>
                <a:cubicBezTo>
                  <a:pt x="0" y="260873"/>
                  <a:pt x="3422" y="194127"/>
                  <a:pt x="10103" y="12834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endParaRPr>
          </a:p>
        </p:txBody>
      </p:sp>
      <p:pic>
        <p:nvPicPr>
          <p:cNvPr id="9" name="グラフィック 8" descr="開いた本">
            <a:extLst>
              <a:ext uri="{FF2B5EF4-FFF2-40B4-BE49-F238E27FC236}">
                <a16:creationId xmlns:a16="http://schemas.microsoft.com/office/drawing/2014/main" id="{93E427C7-0218-4592-82DA-2431E4BF875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385250" y="164573"/>
            <a:ext cx="1636279" cy="1636279"/>
          </a:xfrm>
          <a:prstGeom prst="rect">
            <a:avLst/>
          </a:prstGeom>
        </p:spPr>
      </p:pic>
      <p:sp>
        <p:nvSpPr>
          <p:cNvPr id="37" name="円/楕円 36">
            <a:extLst>
              <a:ext uri="{FF2B5EF4-FFF2-40B4-BE49-F238E27FC236}">
                <a16:creationId xmlns:a16="http://schemas.microsoft.com/office/drawing/2014/main" id="{78418A25-6EAC-4140-BFE6-284E1925B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3117" y="615908"/>
            <a:ext cx="3182112" cy="3182112"/>
          </a:xfrm>
          <a:prstGeom prst="ellipse">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endParaRPr>
          </a:p>
        </p:txBody>
      </p:sp>
      <p:sp>
        <p:nvSpPr>
          <p:cNvPr id="39" name="円/楕円 38">
            <a:extLst>
              <a:ext uri="{FF2B5EF4-FFF2-40B4-BE49-F238E27FC236}">
                <a16:creationId xmlns:a16="http://schemas.microsoft.com/office/drawing/2014/main" id="{08163D1C-ED91-4D5F-A33B-CF1256B27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67709" y="780500"/>
            <a:ext cx="2852928" cy="285292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endParaRPr>
          </a:p>
        </p:txBody>
      </p:sp>
      <p:pic>
        <p:nvPicPr>
          <p:cNvPr id="5" name="グラフィック 4" descr="チャット">
            <a:extLst>
              <a:ext uri="{FF2B5EF4-FFF2-40B4-BE49-F238E27FC236}">
                <a16:creationId xmlns:a16="http://schemas.microsoft.com/office/drawing/2014/main" id="{EB71843F-0A0B-4317-B205-4B0A0B97C0F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80302" y="1293093"/>
            <a:ext cx="1827742" cy="1827742"/>
          </a:xfrm>
          <a:prstGeom prst="rect">
            <a:avLst/>
          </a:prstGeom>
        </p:spPr>
      </p:pic>
      <p:pic>
        <p:nvPicPr>
          <p:cNvPr id="7" name="グラフィック 6" descr="黒板">
            <a:extLst>
              <a:ext uri="{FF2B5EF4-FFF2-40B4-BE49-F238E27FC236}">
                <a16:creationId xmlns:a16="http://schemas.microsoft.com/office/drawing/2014/main" id="{2696A1A4-8E43-47F6-A6DC-A9ADAB053D8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45523" y="3780826"/>
            <a:ext cx="2594886" cy="2594886"/>
          </a:xfrm>
          <a:prstGeom prst="rect">
            <a:avLst/>
          </a:prstGeom>
        </p:spPr>
      </p:pic>
      <p:sp>
        <p:nvSpPr>
          <p:cNvPr id="41" name="フリーフォーム:図形 40">
            <a:extLst>
              <a:ext uri="{FF2B5EF4-FFF2-40B4-BE49-F238E27FC236}">
                <a16:creationId xmlns:a16="http://schemas.microsoft.com/office/drawing/2014/main" id="{31103AB2-C090-458F-B752-294F23AFA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2568" y="-4331"/>
            <a:ext cx="3439432" cy="3785157"/>
          </a:xfrm>
          <a:custGeom>
            <a:avLst/>
            <a:gdLst>
              <a:gd name="connsiteX0" fmla="*/ 198262 w 3439432"/>
              <a:gd name="connsiteY0" fmla="*/ 0 h 3785157"/>
              <a:gd name="connsiteX1" fmla="*/ 3439432 w 3439432"/>
              <a:gd name="connsiteY1" fmla="*/ 0 h 3785157"/>
              <a:gd name="connsiteX2" fmla="*/ 3439432 w 3439432"/>
              <a:gd name="connsiteY2" fmla="*/ 3697836 h 3785157"/>
              <a:gd name="connsiteX3" fmla="*/ 3318024 w 3439432"/>
              <a:gd name="connsiteY3" fmla="*/ 3729054 h 3785157"/>
              <a:gd name="connsiteX4" fmla="*/ 2761488 w 3439432"/>
              <a:gd name="connsiteY4" fmla="*/ 3785157 h 3785157"/>
              <a:gd name="connsiteX5" fmla="*/ 0 w 3439432"/>
              <a:gd name="connsiteY5" fmla="*/ 1023669 h 3785157"/>
              <a:gd name="connsiteX6" fmla="*/ 124151 w 3439432"/>
              <a:gd name="connsiteY6" fmla="*/ 202487 h 3785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39432" h="3785157">
                <a:moveTo>
                  <a:pt x="198262" y="0"/>
                </a:moveTo>
                <a:lnTo>
                  <a:pt x="3439432" y="0"/>
                </a:lnTo>
                <a:lnTo>
                  <a:pt x="3439432" y="3697836"/>
                </a:lnTo>
                <a:lnTo>
                  <a:pt x="3318024" y="3729054"/>
                </a:lnTo>
                <a:cubicBezTo>
                  <a:pt x="3138258" y="3765839"/>
                  <a:pt x="2952129" y="3785157"/>
                  <a:pt x="2761488" y="3785157"/>
                </a:cubicBezTo>
                <a:cubicBezTo>
                  <a:pt x="1236360" y="3785157"/>
                  <a:pt x="0" y="2548797"/>
                  <a:pt x="0" y="1023669"/>
                </a:cubicBezTo>
                <a:cubicBezTo>
                  <a:pt x="0" y="737708"/>
                  <a:pt x="43466" y="461898"/>
                  <a:pt x="124151" y="202487"/>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endParaRPr>
          </a:p>
        </p:txBody>
      </p:sp>
      <p:sp>
        <p:nvSpPr>
          <p:cNvPr id="43" name="フリーフォーム:図形 42">
            <a:extLst>
              <a:ext uri="{FF2B5EF4-FFF2-40B4-BE49-F238E27FC236}">
                <a16:creationId xmlns:a16="http://schemas.microsoft.com/office/drawing/2014/main" id="{83D471F3-782A-4BA1-9CAB-FF5CDF0A7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8761" y="-4332"/>
            <a:ext cx="3273238" cy="3618965"/>
          </a:xfrm>
          <a:custGeom>
            <a:avLst/>
            <a:gdLst>
              <a:gd name="connsiteX0" fmla="*/ 210437 w 3273238"/>
              <a:gd name="connsiteY0" fmla="*/ 0 h 3618965"/>
              <a:gd name="connsiteX1" fmla="*/ 3273238 w 3273238"/>
              <a:gd name="connsiteY1" fmla="*/ 0 h 3618965"/>
              <a:gd name="connsiteX2" fmla="*/ 3273238 w 3273238"/>
              <a:gd name="connsiteY2" fmla="*/ 3526409 h 3618965"/>
              <a:gd name="connsiteX3" fmla="*/ 3118338 w 3273238"/>
              <a:gd name="connsiteY3" fmla="*/ 3566238 h 3618965"/>
              <a:gd name="connsiteX4" fmla="*/ 2595295 w 3273238"/>
              <a:gd name="connsiteY4" fmla="*/ 3618965 h 3618965"/>
              <a:gd name="connsiteX5" fmla="*/ 0 w 3273238"/>
              <a:gd name="connsiteY5" fmla="*/ 1023670 h 3618965"/>
              <a:gd name="connsiteX6" fmla="*/ 203951 w 3273238"/>
              <a:gd name="connsiteY6" fmla="*/ 13464 h 361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73238" h="3618965">
                <a:moveTo>
                  <a:pt x="210437" y="0"/>
                </a:moveTo>
                <a:lnTo>
                  <a:pt x="3273238" y="0"/>
                </a:lnTo>
                <a:lnTo>
                  <a:pt x="3273238" y="3526409"/>
                </a:lnTo>
                <a:lnTo>
                  <a:pt x="3118338" y="3566238"/>
                </a:lnTo>
                <a:cubicBezTo>
                  <a:pt x="2949390" y="3600810"/>
                  <a:pt x="2774463" y="3618965"/>
                  <a:pt x="2595295" y="3618965"/>
                </a:cubicBezTo>
                <a:cubicBezTo>
                  <a:pt x="1161953" y="3618965"/>
                  <a:pt x="0" y="2457012"/>
                  <a:pt x="0" y="1023670"/>
                </a:cubicBezTo>
                <a:cubicBezTo>
                  <a:pt x="0" y="665335"/>
                  <a:pt x="72622" y="323961"/>
                  <a:pt x="203951" y="13464"/>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endParaRPr>
          </a:p>
        </p:txBody>
      </p:sp>
      <p:pic>
        <p:nvPicPr>
          <p:cNvPr id="11" name="グラフィック 10" descr="棚の本">
            <a:extLst>
              <a:ext uri="{FF2B5EF4-FFF2-40B4-BE49-F238E27FC236}">
                <a16:creationId xmlns:a16="http://schemas.microsoft.com/office/drawing/2014/main" id="{18A239E6-97C0-4A74-8E7A-C9FD39A8C9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725024" y="327889"/>
            <a:ext cx="2260711" cy="2260711"/>
          </a:xfrm>
          <a:prstGeom prst="rect">
            <a:avLst/>
          </a:prstGeom>
        </p:spPr>
      </p:pic>
    </p:spTree>
    <p:extLst>
      <p:ext uri="{BB962C8B-B14F-4D97-AF65-F5344CB8AC3E}">
        <p14:creationId xmlns:p14="http://schemas.microsoft.com/office/powerpoint/2010/main" val="32239897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FEE92FAD-EBFF-3B3A-CAE8-B237F073C6CB}"/>
              </a:ext>
            </a:extLst>
          </p:cNvPr>
          <p:cNvSpPr/>
          <p:nvPr/>
        </p:nvSpPr>
        <p:spPr>
          <a:xfrm>
            <a:off x="6674745" y="787400"/>
            <a:ext cx="2336800" cy="6070600"/>
          </a:xfrm>
          <a:prstGeom prst="rect">
            <a:avLst/>
          </a:prstGeom>
          <a:solidFill>
            <a:schemeClr val="accent5">
              <a:lumMod val="20000"/>
              <a:lumOff val="80000"/>
              <a:alpha val="6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B33128F9-BB38-E407-2C59-6BC692A3E287}"/>
              </a:ext>
            </a:extLst>
          </p:cNvPr>
          <p:cNvSpPr/>
          <p:nvPr/>
        </p:nvSpPr>
        <p:spPr>
          <a:xfrm>
            <a:off x="2781300" y="3461911"/>
            <a:ext cx="2336800" cy="3426619"/>
          </a:xfrm>
          <a:prstGeom prst="rect">
            <a:avLst/>
          </a:prstGeom>
          <a:solidFill>
            <a:schemeClr val="accent4">
              <a:lumMod val="20000"/>
              <a:lumOff val="80000"/>
              <a:alpha val="6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F19CEDEB-24D7-1C14-9EF2-63892106BB42}"/>
              </a:ext>
            </a:extLst>
          </p:cNvPr>
          <p:cNvSpPr txBox="1"/>
          <p:nvPr/>
        </p:nvSpPr>
        <p:spPr>
          <a:xfrm>
            <a:off x="-371502" y="954587"/>
            <a:ext cx="12441494"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3600" dirty="0">
                <a:ea typeface="游ゴシック"/>
              </a:rPr>
              <a:t>　</a:t>
            </a:r>
            <a:r>
              <a:rPr lang="ja-JP" sz="3600" dirty="0">
                <a:ea typeface="游ゴシック"/>
              </a:rPr>
              <a:t>日本に住む外国人の移動率は、日本人</a:t>
            </a:r>
            <a:r>
              <a:rPr lang="ja-JP" altLang="en-US" sz="3600" dirty="0">
                <a:ea typeface="游ゴシック"/>
              </a:rPr>
              <a:t>と比較して多い</a:t>
            </a:r>
            <a:endParaRPr lang="ja-JP" sz="3600" dirty="0">
              <a:solidFill>
                <a:srgbClr val="000000"/>
              </a:solidFill>
              <a:ea typeface="游ゴシック"/>
            </a:endParaRPr>
          </a:p>
          <a:p>
            <a:pPr algn="ctr"/>
            <a:r>
              <a:rPr lang="ja-JP" altLang="en-US" sz="3600" dirty="0">
                <a:ea typeface="游ゴシック"/>
              </a:rPr>
              <a:t>　(日本在住の外国人の内、5人に1人)</a:t>
            </a:r>
          </a:p>
          <a:p>
            <a:pPr algn="ctr"/>
            <a:endParaRPr lang="ja-JP" altLang="en-US" dirty="0">
              <a:solidFill>
                <a:srgbClr val="000000"/>
              </a:solidFill>
              <a:ea typeface="游ゴシック"/>
            </a:endParaRPr>
          </a:p>
        </p:txBody>
      </p:sp>
      <p:sp>
        <p:nvSpPr>
          <p:cNvPr id="7" name="矢印: 右 6">
            <a:extLst>
              <a:ext uri="{FF2B5EF4-FFF2-40B4-BE49-F238E27FC236}">
                <a16:creationId xmlns:a16="http://schemas.microsoft.com/office/drawing/2014/main" id="{BCF14D28-C141-6990-C35D-A3DFDA83D824}"/>
              </a:ext>
            </a:extLst>
          </p:cNvPr>
          <p:cNvSpPr/>
          <p:nvPr/>
        </p:nvSpPr>
        <p:spPr>
          <a:xfrm rot="5400000">
            <a:off x="5557212" y="2756816"/>
            <a:ext cx="1197490" cy="9342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9613AA77-6F11-EDFA-370E-1AE16F6FAC2C}"/>
              </a:ext>
            </a:extLst>
          </p:cNvPr>
          <p:cNvSpPr txBox="1"/>
          <p:nvPr/>
        </p:nvSpPr>
        <p:spPr>
          <a:xfrm>
            <a:off x="907062" y="4310345"/>
            <a:ext cx="11114475"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sz="4000" dirty="0">
                <a:ea typeface="游ゴシック"/>
              </a:rPr>
              <a:t>日本</a:t>
            </a:r>
            <a:r>
              <a:rPr lang="ja-JP" altLang="en-US" sz="4000" dirty="0">
                <a:ea typeface="游ゴシック"/>
              </a:rPr>
              <a:t>在住の</a:t>
            </a:r>
            <a:r>
              <a:rPr lang="ja-JP" sz="4000" dirty="0">
                <a:ea typeface="游ゴシック"/>
              </a:rPr>
              <a:t>外国人にとって</a:t>
            </a:r>
          </a:p>
          <a:p>
            <a:pPr algn="ctr"/>
            <a:r>
              <a:rPr lang="ja-JP" altLang="en-US" sz="4000" dirty="0">
                <a:ea typeface="游ゴシック"/>
              </a:rPr>
              <a:t>住む地域を選択しやすくしたい</a:t>
            </a:r>
            <a:endParaRPr lang="ja-JP" sz="4000" dirty="0">
              <a:ea typeface="游ゴシック"/>
            </a:endParaRPr>
          </a:p>
        </p:txBody>
      </p:sp>
      <p:sp>
        <p:nvSpPr>
          <p:cNvPr id="10" name="テキスト ボックス 9">
            <a:extLst>
              <a:ext uri="{FF2B5EF4-FFF2-40B4-BE49-F238E27FC236}">
                <a16:creationId xmlns:a16="http://schemas.microsoft.com/office/drawing/2014/main" id="{EFE77073-4644-ADE7-4432-688C46A5BF57}"/>
              </a:ext>
            </a:extLst>
          </p:cNvPr>
          <p:cNvSpPr txBox="1"/>
          <p:nvPr/>
        </p:nvSpPr>
        <p:spPr>
          <a:xfrm>
            <a:off x="5334000" y="6337300"/>
            <a:ext cx="1130300" cy="369332"/>
          </a:xfrm>
          <a:prstGeom prst="rect">
            <a:avLst/>
          </a:prstGeom>
          <a:noFill/>
        </p:spPr>
        <p:txBody>
          <a:bodyPr wrap="square" rtlCol="0">
            <a:spAutoFit/>
          </a:bodyPr>
          <a:lstStyle/>
          <a:p>
            <a:r>
              <a:rPr kumimoji="1" lang="ja-JP" altLang="en-US"/>
              <a:t>引っ越し</a:t>
            </a:r>
          </a:p>
        </p:txBody>
      </p:sp>
      <p:sp>
        <p:nvSpPr>
          <p:cNvPr id="11" name="テキスト ボックス 10">
            <a:extLst>
              <a:ext uri="{FF2B5EF4-FFF2-40B4-BE49-F238E27FC236}">
                <a16:creationId xmlns:a16="http://schemas.microsoft.com/office/drawing/2014/main" id="{0EC577FA-7369-278D-859D-BC836B1AB003}"/>
              </a:ext>
            </a:extLst>
          </p:cNvPr>
          <p:cNvSpPr txBox="1"/>
          <p:nvPr/>
        </p:nvSpPr>
        <p:spPr>
          <a:xfrm>
            <a:off x="7493895" y="334475"/>
            <a:ext cx="698500" cy="369332"/>
          </a:xfrm>
          <a:prstGeom prst="rect">
            <a:avLst/>
          </a:prstGeom>
          <a:noFill/>
        </p:spPr>
        <p:txBody>
          <a:bodyPr wrap="square" rtlCol="0">
            <a:spAutoFit/>
          </a:bodyPr>
          <a:lstStyle/>
          <a:p>
            <a:r>
              <a:rPr kumimoji="1" lang="ja-JP" altLang="en-US"/>
              <a:t>海外</a:t>
            </a:r>
          </a:p>
        </p:txBody>
      </p:sp>
      <p:sp>
        <p:nvSpPr>
          <p:cNvPr id="12" name="テキスト ボックス 11">
            <a:extLst>
              <a:ext uri="{FF2B5EF4-FFF2-40B4-BE49-F238E27FC236}">
                <a16:creationId xmlns:a16="http://schemas.microsoft.com/office/drawing/2014/main" id="{99965D46-4020-22EC-54C5-46511C8CF615}"/>
              </a:ext>
            </a:extLst>
          </p:cNvPr>
          <p:cNvSpPr txBox="1"/>
          <p:nvPr/>
        </p:nvSpPr>
        <p:spPr>
          <a:xfrm>
            <a:off x="3525145" y="3035624"/>
            <a:ext cx="1270000" cy="369332"/>
          </a:xfrm>
          <a:prstGeom prst="rect">
            <a:avLst/>
          </a:prstGeom>
          <a:noFill/>
        </p:spPr>
        <p:txBody>
          <a:bodyPr wrap="square" rtlCol="0">
            <a:spAutoFit/>
          </a:bodyPr>
          <a:lstStyle/>
          <a:p>
            <a:r>
              <a:rPr kumimoji="1" lang="ja-JP" altLang="en-US" dirty="0"/>
              <a:t>日本</a:t>
            </a:r>
          </a:p>
        </p:txBody>
      </p:sp>
      <p:sp>
        <p:nvSpPr>
          <p:cNvPr id="13" name="テキスト ボックス 12">
            <a:extLst>
              <a:ext uri="{FF2B5EF4-FFF2-40B4-BE49-F238E27FC236}">
                <a16:creationId xmlns:a16="http://schemas.microsoft.com/office/drawing/2014/main" id="{86B849AC-3087-A659-BD0B-51686563E9F5}"/>
              </a:ext>
            </a:extLst>
          </p:cNvPr>
          <p:cNvSpPr txBox="1"/>
          <p:nvPr/>
        </p:nvSpPr>
        <p:spPr>
          <a:xfrm>
            <a:off x="9639300" y="6337300"/>
            <a:ext cx="2971800" cy="369332"/>
          </a:xfrm>
          <a:prstGeom prst="rect">
            <a:avLst/>
          </a:prstGeom>
          <a:noFill/>
        </p:spPr>
        <p:txBody>
          <a:bodyPr wrap="square" rtlCol="0">
            <a:spAutoFit/>
          </a:bodyPr>
          <a:lstStyle/>
          <a:p>
            <a:r>
              <a:rPr kumimoji="1" lang="ja-JP" altLang="en-US"/>
              <a:t>（総務省統計局参照）</a:t>
            </a:r>
          </a:p>
        </p:txBody>
      </p:sp>
    </p:spTree>
    <p:extLst>
      <p:ext uri="{BB962C8B-B14F-4D97-AF65-F5344CB8AC3E}">
        <p14:creationId xmlns:p14="http://schemas.microsoft.com/office/powerpoint/2010/main" val="951276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0D9B4E-C292-45AA-8116-562703040382}"/>
              </a:ext>
            </a:extLst>
          </p:cNvPr>
          <p:cNvSpPr>
            <a:spLocks noGrp="1"/>
          </p:cNvSpPr>
          <p:nvPr>
            <p:ph type="title"/>
          </p:nvPr>
        </p:nvSpPr>
        <p:spPr>
          <a:xfrm>
            <a:off x="2350348" y="816336"/>
            <a:ext cx="5406902" cy="1469965"/>
          </a:xfrm>
        </p:spPr>
        <p:txBody>
          <a:bodyPr rtlCol="0" anchor="ctr">
            <a:normAutofit/>
          </a:bodyPr>
          <a:lstStyle/>
          <a:p>
            <a:pPr rtl="0"/>
            <a:r>
              <a:rPr lang="ja-JP" altLang="en-US" sz="6600" b="1" dirty="0">
                <a:latin typeface="+mj-ea"/>
                <a:ea typeface="+mj-ea"/>
                <a:cs typeface="Meiryo UI" panose="020B0604030504040204" pitchFamily="34" charset="-128"/>
              </a:rPr>
              <a:t>課題</a:t>
            </a:r>
          </a:p>
        </p:txBody>
      </p:sp>
      <p:pic>
        <p:nvPicPr>
          <p:cNvPr id="5" name="グラフィック 4" descr="開いた本">
            <a:extLst>
              <a:ext uri="{FF2B5EF4-FFF2-40B4-BE49-F238E27FC236}">
                <a16:creationId xmlns:a16="http://schemas.microsoft.com/office/drawing/2014/main" id="{DEFE964D-9F1C-4F69-ADD3-0E1AB324E1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3068" y="816336"/>
            <a:ext cx="1097280" cy="1097280"/>
          </a:xfrm>
          <a:prstGeom prst="rect">
            <a:avLst/>
          </a:prstGeom>
        </p:spPr>
      </p:pic>
      <p:pic>
        <p:nvPicPr>
          <p:cNvPr id="9" name="グラフィック 8">
            <a:extLst>
              <a:ext uri="{FF2B5EF4-FFF2-40B4-BE49-F238E27FC236}">
                <a16:creationId xmlns:a16="http://schemas.microsoft.com/office/drawing/2014/main" id="{35127EDA-5861-47AB-8729-620CFC7DAC0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sp>
        <p:nvSpPr>
          <p:cNvPr id="8" name="テキスト ボックス 7">
            <a:extLst>
              <a:ext uri="{FF2B5EF4-FFF2-40B4-BE49-F238E27FC236}">
                <a16:creationId xmlns:a16="http://schemas.microsoft.com/office/drawing/2014/main" id="{73218D9E-110E-81D2-FE70-60F2739ED158}"/>
              </a:ext>
            </a:extLst>
          </p:cNvPr>
          <p:cNvSpPr txBox="1"/>
          <p:nvPr/>
        </p:nvSpPr>
        <p:spPr>
          <a:xfrm>
            <a:off x="0" y="2459504"/>
            <a:ext cx="12192000" cy="1938992"/>
          </a:xfrm>
          <a:prstGeom prst="rect">
            <a:avLst/>
          </a:prstGeom>
          <a:solidFill>
            <a:schemeClr val="bg1">
              <a:alpha val="73000"/>
            </a:schemeClr>
          </a:solidFill>
        </p:spPr>
        <p:txBody>
          <a:bodyPr wrap="square">
            <a:spAutoFit/>
          </a:bodyPr>
          <a:lstStyle/>
          <a:p>
            <a:pPr marL="0" indent="0" algn="ctr" rtl="0">
              <a:buNone/>
            </a:pPr>
            <a:r>
              <a:rPr lang="ja-JP" altLang="en-US" sz="6000" dirty="0">
                <a:latin typeface="+mj-ea"/>
                <a:ea typeface="+mj-ea"/>
                <a:cs typeface="Meiryo UI" panose="020B0604030504040204" pitchFamily="34" charset="-128"/>
              </a:rPr>
              <a:t>日本で引っ越しをする際</a:t>
            </a:r>
            <a:endParaRPr lang="en-US" altLang="ja-JP" sz="6000" dirty="0">
              <a:latin typeface="+mj-ea"/>
              <a:ea typeface="+mj-ea"/>
              <a:cs typeface="Meiryo UI" panose="020B0604030504040204" pitchFamily="34" charset="-128"/>
            </a:endParaRPr>
          </a:p>
          <a:p>
            <a:pPr marL="0" indent="0" algn="ctr" rtl="0">
              <a:buNone/>
            </a:pPr>
            <a:r>
              <a:rPr lang="ja-JP" altLang="en-US" sz="6000" dirty="0">
                <a:latin typeface="+mj-ea"/>
                <a:ea typeface="+mj-ea"/>
                <a:cs typeface="Meiryo UI" panose="020B0604030504040204" pitchFamily="34" charset="-128"/>
              </a:rPr>
              <a:t>居住地の選定が困難</a:t>
            </a:r>
          </a:p>
        </p:txBody>
      </p:sp>
    </p:spTree>
    <p:extLst>
      <p:ext uri="{BB962C8B-B14F-4D97-AF65-F5344CB8AC3E}">
        <p14:creationId xmlns:p14="http://schemas.microsoft.com/office/powerpoint/2010/main" val="381659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descr="ダイアグラム が含まれている画像&#10;&#10;AI 生成コンテンツは誤りを含む可能性があります。">
            <a:extLst>
              <a:ext uri="{FF2B5EF4-FFF2-40B4-BE49-F238E27FC236}">
                <a16:creationId xmlns:a16="http://schemas.microsoft.com/office/drawing/2014/main" id="{296F7B68-60AE-D720-A993-3A252C42DC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5296" y="514452"/>
            <a:ext cx="2181225" cy="1409700"/>
          </a:xfrm>
          <a:prstGeom prst="rect">
            <a:avLst/>
          </a:prstGeom>
        </p:spPr>
      </p:pic>
      <p:sp>
        <p:nvSpPr>
          <p:cNvPr id="2" name="タイトル 1">
            <a:extLst>
              <a:ext uri="{FF2B5EF4-FFF2-40B4-BE49-F238E27FC236}">
                <a16:creationId xmlns:a16="http://schemas.microsoft.com/office/drawing/2014/main" id="{99BE1947-919B-FEF4-BE9A-2AB5EC9A03B6}"/>
              </a:ext>
            </a:extLst>
          </p:cNvPr>
          <p:cNvSpPr>
            <a:spLocks noGrp="1"/>
          </p:cNvSpPr>
          <p:nvPr>
            <p:ph type="title"/>
          </p:nvPr>
        </p:nvSpPr>
        <p:spPr>
          <a:xfrm>
            <a:off x="1911755" y="749533"/>
            <a:ext cx="10515600" cy="1325563"/>
          </a:xfrm>
        </p:spPr>
        <p:txBody>
          <a:bodyPr>
            <a:normAutofit/>
          </a:bodyPr>
          <a:lstStyle/>
          <a:p>
            <a:r>
              <a:rPr kumimoji="1" lang="ja-JP" altLang="en-US" sz="6600" b="1" dirty="0">
                <a:latin typeface="+mj-ea"/>
                <a:ea typeface="+mj-ea"/>
              </a:rPr>
              <a:t>解決策</a:t>
            </a:r>
          </a:p>
        </p:txBody>
      </p:sp>
      <p:pic>
        <p:nvPicPr>
          <p:cNvPr id="1028" name="Picture 4" descr="日本地図のイラスト | かわいいフリー素材集 いらすとや">
            <a:extLst>
              <a:ext uri="{FF2B5EF4-FFF2-40B4-BE49-F238E27FC236}">
                <a16:creationId xmlns:a16="http://schemas.microsoft.com/office/drawing/2014/main" id="{E630B6C5-535A-6433-9681-A86D04B046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55732" y="2075096"/>
            <a:ext cx="4398496" cy="4398496"/>
          </a:xfrm>
          <a:prstGeom prst="rect">
            <a:avLst/>
          </a:prstGeom>
          <a:noFill/>
          <a:extLst>
            <a:ext uri="{909E8E84-426E-40DD-AFC4-6F175D3DCCD1}">
              <a14:hiddenFill xmlns:a14="http://schemas.microsoft.com/office/drawing/2010/main">
                <a:solidFill>
                  <a:srgbClr val="FFFFFF"/>
                </a:solidFill>
              </a14:hiddenFill>
            </a:ext>
          </a:extLst>
        </p:spPr>
      </p:pic>
      <p:sp>
        <p:nvSpPr>
          <p:cNvPr id="8" name="テキスト ボックス 7">
            <a:extLst>
              <a:ext uri="{FF2B5EF4-FFF2-40B4-BE49-F238E27FC236}">
                <a16:creationId xmlns:a16="http://schemas.microsoft.com/office/drawing/2014/main" id="{F8373749-26DE-CEEA-7F8C-667504275708}"/>
              </a:ext>
            </a:extLst>
          </p:cNvPr>
          <p:cNvSpPr txBox="1"/>
          <p:nvPr/>
        </p:nvSpPr>
        <p:spPr>
          <a:xfrm>
            <a:off x="1" y="2459504"/>
            <a:ext cx="12192000" cy="1938992"/>
          </a:xfrm>
          <a:prstGeom prst="rect">
            <a:avLst/>
          </a:prstGeom>
          <a:solidFill>
            <a:schemeClr val="bg1">
              <a:alpha val="53000"/>
            </a:schemeClr>
          </a:solidFill>
        </p:spPr>
        <p:txBody>
          <a:bodyPr wrap="square" rtlCol="0">
            <a:spAutoFit/>
          </a:bodyPr>
          <a:lstStyle/>
          <a:p>
            <a:pPr algn="ctr"/>
            <a:r>
              <a:rPr kumimoji="1" lang="ja-JP" altLang="en-US" sz="6000" dirty="0">
                <a:latin typeface="+mj-ea"/>
                <a:ea typeface="+mj-ea"/>
              </a:rPr>
              <a:t>各ユーザに対し</a:t>
            </a:r>
            <a:endParaRPr kumimoji="1" lang="en-US" altLang="ja-JP" sz="6000" dirty="0">
              <a:latin typeface="+mj-ea"/>
              <a:ea typeface="+mj-ea"/>
            </a:endParaRPr>
          </a:p>
          <a:p>
            <a:pPr algn="ctr"/>
            <a:r>
              <a:rPr kumimoji="1" lang="ja-JP" altLang="en-US" sz="6000" dirty="0">
                <a:latin typeface="+mj-ea"/>
                <a:ea typeface="+mj-ea"/>
              </a:rPr>
              <a:t>おすすめの地域を提示する</a:t>
            </a:r>
          </a:p>
        </p:txBody>
      </p:sp>
    </p:spTree>
    <p:extLst>
      <p:ext uri="{BB962C8B-B14F-4D97-AF65-F5344CB8AC3E}">
        <p14:creationId xmlns:p14="http://schemas.microsoft.com/office/powerpoint/2010/main" val="2574983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BCBC9382-C7D8-BE6F-7121-EA7526343A4D}"/>
              </a:ext>
            </a:extLst>
          </p:cNvPr>
          <p:cNvSpPr txBox="1"/>
          <p:nvPr/>
        </p:nvSpPr>
        <p:spPr>
          <a:xfrm>
            <a:off x="1353312" y="2971800"/>
            <a:ext cx="5202936" cy="914400"/>
          </a:xfrm>
          <a:prstGeom prst="rect">
            <a:avLst/>
          </a:prstGeom>
          <a:noFill/>
        </p:spPr>
        <p:txBody>
          <a:bodyPr wrap="square" rtlCol="0">
            <a:spAutoFit/>
          </a:bodyPr>
          <a:lstStyle/>
          <a:p>
            <a:endParaRPr kumimoji="1" lang="ja-JP" altLang="en-US" dirty="0"/>
          </a:p>
        </p:txBody>
      </p:sp>
    </p:spTree>
    <p:extLst>
      <p:ext uri="{BB962C8B-B14F-4D97-AF65-F5344CB8AC3E}">
        <p14:creationId xmlns:p14="http://schemas.microsoft.com/office/powerpoint/2010/main" val="20387715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DE5079-B185-4DE0-AF2C-AE4B7709FBC3}"/>
              </a:ext>
            </a:extLst>
          </p:cNvPr>
          <p:cNvSpPr>
            <a:spLocks noGrp="1"/>
          </p:cNvSpPr>
          <p:nvPr>
            <p:ph type="title"/>
          </p:nvPr>
        </p:nvSpPr>
        <p:spPr>
          <a:xfrm>
            <a:off x="2257214" y="2694018"/>
            <a:ext cx="5406902" cy="1469965"/>
          </a:xfrm>
        </p:spPr>
        <p:txBody>
          <a:bodyPr rtlCol="0" anchor="ctr">
            <a:normAutofit/>
          </a:bodyPr>
          <a:lstStyle/>
          <a:p>
            <a:pPr rtl="0"/>
            <a:r>
              <a:rPr lang="ja-JP" altLang="en-US">
                <a:latin typeface="Meiryo UI" panose="020B0604030504040204" pitchFamily="34" charset="-128"/>
                <a:ea typeface="Meiryo UI" panose="020B0604030504040204" pitchFamily="34" charset="-128"/>
                <a:cs typeface="Meiryo UI" panose="020B0604030504040204" pitchFamily="34" charset="-128"/>
              </a:rPr>
              <a:t>ソースを評価する</a:t>
            </a:r>
          </a:p>
        </p:txBody>
      </p:sp>
      <p:pic>
        <p:nvPicPr>
          <p:cNvPr id="4" name="コンテンツ プレースホルダー 4" descr="裁きの天秤">
            <a:extLst>
              <a:ext uri="{FF2B5EF4-FFF2-40B4-BE49-F238E27FC236}">
                <a16:creationId xmlns:a16="http://schemas.microsoft.com/office/drawing/2014/main" id="{53025FED-9BCD-4BE9-B74C-707E5FD7402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2880360"/>
            <a:ext cx="1097280" cy="1097280"/>
          </a:xfrm>
          <a:prstGeom prst="rect">
            <a:avLst/>
          </a:prstGeom>
        </p:spPr>
      </p:pic>
      <p:sp>
        <p:nvSpPr>
          <p:cNvPr id="3" name="コンテンツ プレースホルダー 2">
            <a:extLst>
              <a:ext uri="{FF2B5EF4-FFF2-40B4-BE49-F238E27FC236}">
                <a16:creationId xmlns:a16="http://schemas.microsoft.com/office/drawing/2014/main" id="{89B4E0E8-07C8-4A23-99E2-20D6DFD6FA7A}"/>
              </a:ext>
            </a:extLst>
          </p:cNvPr>
          <p:cNvSpPr>
            <a:spLocks noGrp="1"/>
          </p:cNvSpPr>
          <p:nvPr>
            <p:ph idx="1"/>
          </p:nvPr>
        </p:nvSpPr>
        <p:spPr>
          <a:xfrm>
            <a:off x="2257215" y="4352917"/>
            <a:ext cx="4555065" cy="1688746"/>
          </a:xfrm>
        </p:spPr>
        <p:txBody>
          <a:bodyPr vert="horz" lIns="91440" tIns="45720" rIns="91440" bIns="45720" rtlCol="0" anchor="t">
            <a:normAutofit/>
          </a:bodyPr>
          <a:lstStyle/>
          <a:p>
            <a:pPr rtl="0"/>
            <a:r>
              <a:rPr lang="ja-JP" altLang="en-US" sz="2000">
                <a:latin typeface="Meiryo UI" panose="020B0604030504040204" pitchFamily="34" charset="-128"/>
                <a:ea typeface="Meiryo UI" panose="020B0604030504040204" pitchFamily="34" charset="-128"/>
                <a:cs typeface="Meiryo UI" panose="020B0604030504040204" pitchFamily="34" charset="-128"/>
              </a:rPr>
              <a:t>このトピックのガイドラインについては、以下のノート セクションを参照してください。</a:t>
            </a:r>
          </a:p>
        </p:txBody>
      </p:sp>
      <p:pic>
        <p:nvPicPr>
          <p:cNvPr id="8" name="コンテンツ プレースホルダー 4">
            <a:extLst>
              <a:ext uri="{FF2B5EF4-FFF2-40B4-BE49-F238E27FC236}">
                <a16:creationId xmlns:a16="http://schemas.microsoft.com/office/drawing/2014/main" id="{17062073-5027-4AA3-AB16-4D2C8C505AF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882630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34CEF4-01D3-4AF7-9E84-F43030ACA972}"/>
              </a:ext>
            </a:extLst>
          </p:cNvPr>
          <p:cNvSpPr>
            <a:spLocks noGrp="1"/>
          </p:cNvSpPr>
          <p:nvPr>
            <p:ph type="title"/>
          </p:nvPr>
        </p:nvSpPr>
        <p:spPr>
          <a:xfrm>
            <a:off x="2257214" y="2694018"/>
            <a:ext cx="5406902" cy="1469965"/>
          </a:xfrm>
        </p:spPr>
        <p:txBody>
          <a:bodyPr rtlCol="0" anchor="ctr">
            <a:normAutofit/>
          </a:bodyPr>
          <a:lstStyle/>
          <a:p>
            <a:pPr rtl="0"/>
            <a:r>
              <a:rPr lang="ja-JP" altLang="en-US">
                <a:latin typeface="Meiryo UI" panose="020B0604030504040204" pitchFamily="34" charset="-128"/>
                <a:ea typeface="Meiryo UI" panose="020B0604030504040204" pitchFamily="34" charset="-128"/>
                <a:cs typeface="Meiryo UI" panose="020B0604030504040204" pitchFamily="34" charset="-128"/>
              </a:rPr>
              <a:t>トピックを絞り込む</a:t>
            </a:r>
          </a:p>
        </p:txBody>
      </p:sp>
      <p:pic>
        <p:nvPicPr>
          <p:cNvPr id="4" name="グラフィック 3" descr="棚の本">
            <a:extLst>
              <a:ext uri="{FF2B5EF4-FFF2-40B4-BE49-F238E27FC236}">
                <a16:creationId xmlns:a16="http://schemas.microsoft.com/office/drawing/2014/main" id="{3DE94ADA-0031-43D4-A79A-B89B9599308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2880360"/>
            <a:ext cx="1097280" cy="1097280"/>
          </a:xfrm>
          <a:prstGeom prst="rect">
            <a:avLst/>
          </a:prstGeom>
        </p:spPr>
      </p:pic>
      <p:sp>
        <p:nvSpPr>
          <p:cNvPr id="3" name="コンテンツ プレースホルダー 2">
            <a:extLst>
              <a:ext uri="{FF2B5EF4-FFF2-40B4-BE49-F238E27FC236}">
                <a16:creationId xmlns:a16="http://schemas.microsoft.com/office/drawing/2014/main" id="{31EFD88C-EC41-4850-9D1D-676D6AEE0358}"/>
              </a:ext>
            </a:extLst>
          </p:cNvPr>
          <p:cNvSpPr>
            <a:spLocks noGrp="1"/>
          </p:cNvSpPr>
          <p:nvPr>
            <p:ph idx="1"/>
          </p:nvPr>
        </p:nvSpPr>
        <p:spPr>
          <a:xfrm>
            <a:off x="2257215" y="4352917"/>
            <a:ext cx="4657935" cy="1688746"/>
          </a:xfrm>
        </p:spPr>
        <p:txBody>
          <a:bodyPr vert="horz" lIns="91440" tIns="45720" rIns="91440" bIns="45720" rtlCol="0" anchor="t">
            <a:normAutofit/>
          </a:bodyPr>
          <a:lstStyle/>
          <a:p>
            <a:pPr rtl="0"/>
            <a:r>
              <a:rPr lang="ja-JP" altLang="en-US" sz="2000">
                <a:latin typeface="Meiryo UI" panose="020B0604030504040204" pitchFamily="34" charset="-128"/>
                <a:ea typeface="Meiryo UI" panose="020B0604030504040204" pitchFamily="34" charset="-128"/>
                <a:cs typeface="Meiryo UI" panose="020B0604030504040204" pitchFamily="34" charset="-128"/>
              </a:rPr>
              <a:t>このトピックのガイドラインについては、以下のノート セクションを参照してください。</a:t>
            </a:r>
          </a:p>
        </p:txBody>
      </p:sp>
      <p:pic>
        <p:nvPicPr>
          <p:cNvPr id="8" name="グラフィック 7">
            <a:extLst>
              <a:ext uri="{FF2B5EF4-FFF2-40B4-BE49-F238E27FC236}">
                <a16:creationId xmlns:a16="http://schemas.microsoft.com/office/drawing/2014/main" id="{984A409A-26BF-476C-858A-CFA0EBFAB6F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3970725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648CF1-C72A-4313-8FC7-BF6DD4642AFE}"/>
              </a:ext>
            </a:extLst>
          </p:cNvPr>
          <p:cNvSpPr>
            <a:spLocks noGrp="1"/>
          </p:cNvSpPr>
          <p:nvPr>
            <p:ph type="title"/>
          </p:nvPr>
        </p:nvSpPr>
        <p:spPr>
          <a:xfrm>
            <a:off x="2258568" y="2697480"/>
            <a:ext cx="5406902" cy="1469965"/>
          </a:xfrm>
        </p:spPr>
        <p:txBody>
          <a:bodyPr rtlCol="0" anchor="ctr">
            <a:normAutofit/>
          </a:bodyPr>
          <a:lstStyle/>
          <a:p>
            <a:pPr rtl="0"/>
            <a:r>
              <a:rPr lang="ja-JP" altLang="en-US">
                <a:latin typeface="Meiryo UI" panose="020B0604030504040204" pitchFamily="34" charset="-128"/>
                <a:ea typeface="Meiryo UI" panose="020B0604030504040204" pitchFamily="34" charset="-128"/>
                <a:cs typeface="Meiryo UI" panose="020B0604030504040204" pitchFamily="34" charset="-128"/>
              </a:rPr>
              <a:t>研究を整理する</a:t>
            </a:r>
          </a:p>
        </p:txBody>
      </p:sp>
      <p:pic>
        <p:nvPicPr>
          <p:cNvPr id="4" name="グラフィック 3" descr="黒板">
            <a:extLst>
              <a:ext uri="{FF2B5EF4-FFF2-40B4-BE49-F238E27FC236}">
                <a16:creationId xmlns:a16="http://schemas.microsoft.com/office/drawing/2014/main" id="{A4298283-DDB8-4365-95A1-90935E16BE2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2880360"/>
            <a:ext cx="1097280" cy="1097280"/>
          </a:xfrm>
          <a:prstGeom prst="rect">
            <a:avLst/>
          </a:prstGeom>
        </p:spPr>
      </p:pic>
      <p:sp>
        <p:nvSpPr>
          <p:cNvPr id="6" name="コンテンツ プレースホルダー 5">
            <a:extLst>
              <a:ext uri="{FF2B5EF4-FFF2-40B4-BE49-F238E27FC236}">
                <a16:creationId xmlns:a16="http://schemas.microsoft.com/office/drawing/2014/main" id="{C856D755-2374-40B4-B692-603C5E927388}"/>
              </a:ext>
            </a:extLst>
          </p:cNvPr>
          <p:cNvSpPr>
            <a:spLocks noGrp="1"/>
          </p:cNvSpPr>
          <p:nvPr>
            <p:ph idx="1"/>
          </p:nvPr>
        </p:nvSpPr>
        <p:spPr>
          <a:xfrm>
            <a:off x="2258568" y="4352544"/>
            <a:ext cx="4633742" cy="2292717"/>
          </a:xfrm>
        </p:spPr>
        <p:txBody>
          <a:bodyPr vert="horz" lIns="91440" tIns="45720" rIns="91440" bIns="45720" rtlCol="0" anchor="t">
            <a:normAutofit/>
          </a:bodyPr>
          <a:lstStyle/>
          <a:p>
            <a:pPr rtl="0"/>
            <a:r>
              <a:rPr lang="ja-JP" altLang="en-US" sz="2000">
                <a:latin typeface="Meiryo UI" panose="020B0604030504040204" pitchFamily="34" charset="-128"/>
                <a:ea typeface="Meiryo UI" panose="020B0604030504040204" pitchFamily="34" charset="-128"/>
                <a:cs typeface="Meiryo UI" panose="020B0604030504040204" pitchFamily="34" charset="-128"/>
              </a:rPr>
              <a:t>このトピックのガイドラインについては、以下のノート セクションを参照してください。</a:t>
            </a:r>
          </a:p>
          <a:p>
            <a:pPr rtl="0"/>
            <a:endParaRPr lang="ja-JP" altLang="en-US" sz="3200">
              <a:latin typeface="Meiryo UI" panose="020B0604030504040204" pitchFamily="34" charset="-128"/>
              <a:ea typeface="Meiryo UI" panose="020B0604030504040204" pitchFamily="34" charset="-128"/>
              <a:cs typeface="Meiryo UI" panose="020B0604030504040204" pitchFamily="34" charset="-128"/>
            </a:endParaRPr>
          </a:p>
        </p:txBody>
      </p:sp>
      <p:pic>
        <p:nvPicPr>
          <p:cNvPr id="8" name="グラフィック 7">
            <a:extLst>
              <a:ext uri="{FF2B5EF4-FFF2-40B4-BE49-F238E27FC236}">
                <a16:creationId xmlns:a16="http://schemas.microsoft.com/office/drawing/2014/main" id="{B6C7BDF7-D7AC-4209-A6A9-11B953F882E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3514892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8F6D58-1A39-41ED-99F7-0CE9F03BD344}"/>
              </a:ext>
            </a:extLst>
          </p:cNvPr>
          <p:cNvSpPr>
            <a:spLocks noGrp="1"/>
          </p:cNvSpPr>
          <p:nvPr>
            <p:ph type="title"/>
          </p:nvPr>
        </p:nvSpPr>
        <p:spPr>
          <a:xfrm>
            <a:off x="2257214" y="2694018"/>
            <a:ext cx="3838786" cy="1469965"/>
          </a:xfrm>
        </p:spPr>
        <p:txBody>
          <a:bodyPr rtlCol="0" anchor="ctr">
            <a:normAutofit/>
          </a:bodyPr>
          <a:lstStyle/>
          <a:p>
            <a:pPr rtl="0"/>
            <a:r>
              <a:rPr lang="ja-JP" altLang="en-US">
                <a:latin typeface="Meiryo UI" panose="020B0604030504040204" pitchFamily="34" charset="-128"/>
                <a:ea typeface="Meiryo UI" panose="020B0604030504040204" pitchFamily="34" charset="-128"/>
                <a:cs typeface="Meiryo UI" panose="020B0604030504040204" pitchFamily="34" charset="-128"/>
              </a:rPr>
              <a:t>研究をプレゼンテーションする</a:t>
            </a:r>
          </a:p>
        </p:txBody>
      </p:sp>
      <p:pic>
        <p:nvPicPr>
          <p:cNvPr id="4" name="グラフィック 3" descr="チャット">
            <a:extLst>
              <a:ext uri="{FF2B5EF4-FFF2-40B4-BE49-F238E27FC236}">
                <a16:creationId xmlns:a16="http://schemas.microsoft.com/office/drawing/2014/main" id="{AEE98CC8-0F49-4433-9FD0-35E20C04B5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2880360"/>
            <a:ext cx="1097280" cy="1097280"/>
          </a:xfrm>
          <a:prstGeom prst="rect">
            <a:avLst/>
          </a:prstGeom>
        </p:spPr>
      </p:pic>
      <p:sp>
        <p:nvSpPr>
          <p:cNvPr id="3" name="コンテンツ プレースホルダー 2">
            <a:extLst>
              <a:ext uri="{FF2B5EF4-FFF2-40B4-BE49-F238E27FC236}">
                <a16:creationId xmlns:a16="http://schemas.microsoft.com/office/drawing/2014/main" id="{3BF933A4-33C5-4102-BBB0-9B15EFF2F292}"/>
              </a:ext>
            </a:extLst>
          </p:cNvPr>
          <p:cNvSpPr>
            <a:spLocks noGrp="1"/>
          </p:cNvSpPr>
          <p:nvPr>
            <p:ph idx="1"/>
          </p:nvPr>
        </p:nvSpPr>
        <p:spPr>
          <a:xfrm>
            <a:off x="2257215" y="4352917"/>
            <a:ext cx="4543635" cy="1688746"/>
          </a:xfrm>
        </p:spPr>
        <p:txBody>
          <a:bodyPr vert="horz" lIns="91440" tIns="45720" rIns="91440" bIns="45720" rtlCol="0" anchor="t">
            <a:normAutofit/>
          </a:bodyPr>
          <a:lstStyle/>
          <a:p>
            <a:pPr rtl="0"/>
            <a:r>
              <a:rPr lang="ja-JP" altLang="en-US" sz="2000">
                <a:latin typeface="Meiryo UI" panose="020B0604030504040204" pitchFamily="34" charset="-128"/>
                <a:ea typeface="Meiryo UI" panose="020B0604030504040204" pitchFamily="34" charset="-128"/>
                <a:cs typeface="Meiryo UI" panose="020B0604030504040204" pitchFamily="34" charset="-128"/>
              </a:rPr>
              <a:t>このトピックのガイドラインについては、以下のノート セクションを参照してください。</a:t>
            </a:r>
          </a:p>
          <a:p>
            <a:pPr rtl="0"/>
            <a:endParaRPr lang="ja-JP" altLang="en-US" sz="2000">
              <a:latin typeface="Meiryo UI" panose="020B0604030504040204" pitchFamily="34" charset="-128"/>
              <a:ea typeface="Meiryo UI" panose="020B0604030504040204" pitchFamily="34" charset="-128"/>
              <a:cs typeface="Meiryo UI" panose="020B0604030504040204" pitchFamily="34" charset="-128"/>
            </a:endParaRPr>
          </a:p>
        </p:txBody>
      </p:sp>
      <p:pic>
        <p:nvPicPr>
          <p:cNvPr id="8" name="グラフィック 7">
            <a:extLst>
              <a:ext uri="{FF2B5EF4-FFF2-40B4-BE49-F238E27FC236}">
                <a16:creationId xmlns:a16="http://schemas.microsoft.com/office/drawing/2014/main" id="{590430A8-7125-464C-98BA-3409573DB57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2880909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グラフィック 10" descr="棚の本">
            <a:extLst>
              <a:ext uri="{FF2B5EF4-FFF2-40B4-BE49-F238E27FC236}">
                <a16:creationId xmlns:a16="http://schemas.microsoft.com/office/drawing/2014/main" id="{18A239E6-97C0-4A74-8E7A-C9FD39A8C92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0041" y="982364"/>
            <a:ext cx="2659472" cy="2659472"/>
          </a:xfrm>
          <a:prstGeom prst="rect">
            <a:avLst/>
          </a:prstGeom>
        </p:spPr>
      </p:pic>
      <p:cxnSp>
        <p:nvCxnSpPr>
          <p:cNvPr id="16" name="直線​​コネクタ(S) 15">
            <a:extLst>
              <a:ext uri="{FF2B5EF4-FFF2-40B4-BE49-F238E27FC236}">
                <a16:creationId xmlns:a16="http://schemas.microsoft.com/office/drawing/2014/main" id="{DFDA47BC-3069-47F5-8257-24B3B1F76A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129276" y="477749"/>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5" name="グラフィック 4" descr="チャット">
            <a:extLst>
              <a:ext uri="{FF2B5EF4-FFF2-40B4-BE49-F238E27FC236}">
                <a16:creationId xmlns:a16="http://schemas.microsoft.com/office/drawing/2014/main" id="{EB71843F-0A0B-4317-B205-4B0A0B97C0F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90143" y="983211"/>
            <a:ext cx="2646677" cy="2646677"/>
          </a:xfrm>
          <a:prstGeom prst="rect">
            <a:avLst/>
          </a:prstGeom>
        </p:spPr>
      </p:pic>
      <p:cxnSp>
        <p:nvCxnSpPr>
          <p:cNvPr id="20" name="直線​​コネクタ(S) 19">
            <a:extLst>
              <a:ext uri="{FF2B5EF4-FFF2-40B4-BE49-F238E27FC236}">
                <a16:creationId xmlns:a16="http://schemas.microsoft.com/office/drawing/2014/main" id="{942B920A-73AD-402A-8EEF-B88E1A9398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7686" y="477749"/>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7" name="グラフィック 6" descr="黒板">
            <a:extLst>
              <a:ext uri="{FF2B5EF4-FFF2-40B4-BE49-F238E27FC236}">
                <a16:creationId xmlns:a16="http://schemas.microsoft.com/office/drawing/2014/main" id="{2696A1A4-8E43-47F6-A6DC-A9ADAB053D8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56859" y="982364"/>
            <a:ext cx="2648371" cy="2648371"/>
          </a:xfrm>
          <a:prstGeom prst="rect">
            <a:avLst/>
          </a:prstGeom>
        </p:spPr>
      </p:pic>
      <p:cxnSp>
        <p:nvCxnSpPr>
          <p:cNvPr id="22" name="直線​​コネクタ(S) 21">
            <a:extLst>
              <a:ext uri="{FF2B5EF4-FFF2-40B4-BE49-F238E27FC236}">
                <a16:creationId xmlns:a16="http://schemas.microsoft.com/office/drawing/2014/main" id="{00C9EB70-BC82-414A-BF8D-AD7FC67276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066096" y="477749"/>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9" name="グラフィック 8" descr="開いた本">
            <a:extLst>
              <a:ext uri="{FF2B5EF4-FFF2-40B4-BE49-F238E27FC236}">
                <a16:creationId xmlns:a16="http://schemas.microsoft.com/office/drawing/2014/main" id="{93E427C7-0218-4592-82DA-2431E4BF875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25269" y="1004677"/>
            <a:ext cx="2648372" cy="2648372"/>
          </a:xfrm>
          <a:prstGeom prst="rect">
            <a:avLst/>
          </a:prstGeom>
        </p:spPr>
      </p:pic>
      <p:sp>
        <p:nvSpPr>
          <p:cNvPr id="18" name="長方形 17">
            <a:extLst>
              <a:ext uri="{FF2B5EF4-FFF2-40B4-BE49-F238E27FC236}">
                <a16:creationId xmlns:a16="http://schemas.microsoft.com/office/drawing/2014/main" id="{7AE95D8F-9825-4222-8846-E3461598CC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463354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Meiryo UI" panose="020B0604030504040204" pitchFamily="34" charset="-128"/>
              <a:ea typeface="Meiryo UI" panose="020B0604030504040204" pitchFamily="34" charset="-128"/>
              <a:cs typeface="Meiryo UI" panose="020B0604030504040204" pitchFamily="34" charset="-128"/>
            </a:endParaRPr>
          </a:p>
        </p:txBody>
      </p:sp>
      <p:sp>
        <p:nvSpPr>
          <p:cNvPr id="2" name="タイトル 1">
            <a:extLst>
              <a:ext uri="{FF2B5EF4-FFF2-40B4-BE49-F238E27FC236}">
                <a16:creationId xmlns:a16="http://schemas.microsoft.com/office/drawing/2014/main" id="{E561AC0E-7195-4ACF-AA0A-5E2923A987F7}"/>
              </a:ext>
            </a:extLst>
          </p:cNvPr>
          <p:cNvSpPr>
            <a:spLocks noGrp="1"/>
          </p:cNvSpPr>
          <p:nvPr>
            <p:ph type="ctrTitle"/>
          </p:nvPr>
        </p:nvSpPr>
        <p:spPr>
          <a:xfrm>
            <a:off x="527538" y="4756638"/>
            <a:ext cx="11139854" cy="930447"/>
          </a:xfrm>
        </p:spPr>
        <p:txBody>
          <a:bodyPr rtlCol="0">
            <a:normAutofit/>
          </a:bodyPr>
          <a:lstStyle/>
          <a:p>
            <a:pPr rtl="0"/>
            <a:r>
              <a:rPr lang="ja-JP" altLang="en-US" sz="5400">
                <a:solidFill>
                  <a:srgbClr val="FFFFFF"/>
                </a:solidFill>
                <a:latin typeface="Meiryo UI" panose="020B0604030504040204" pitchFamily="34" charset="-128"/>
                <a:ea typeface="Meiryo UI" panose="020B0604030504040204" pitchFamily="34" charset="-128"/>
                <a:cs typeface="Meiryo UI" panose="020B0604030504040204" pitchFamily="34" charset="-128"/>
              </a:rPr>
              <a:t>あがとうございま</a:t>
            </a:r>
            <a:endParaRPr lang="ja-JP" altLang="en-US" sz="5400" dirty="0">
              <a:solidFill>
                <a:srgbClr val="FFFFFF"/>
              </a:solidFill>
              <a:latin typeface="Meiryo UI" panose="020B0604030504040204" pitchFamily="34" charset="-128"/>
              <a:ea typeface="Meiryo UI" panose="020B0604030504040204" pitchFamily="34" charset="-128"/>
              <a:cs typeface="Meiryo UI" panose="020B0604030504040204" pitchFamily="34" charset="-128"/>
            </a:endParaRPr>
          </a:p>
        </p:txBody>
      </p:sp>
      <p:cxnSp>
        <p:nvCxnSpPr>
          <p:cNvPr id="24" name="直線​​コネクタ(S) 23">
            <a:extLst>
              <a:ext uri="{FF2B5EF4-FFF2-40B4-BE49-F238E27FC236}">
                <a16:creationId xmlns:a16="http://schemas.microsoft.com/office/drawing/2014/main" id="{3217665F-0036-444A-8D4A-33AF36A36A4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573869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3" name="サブタイトル 2">
            <a:extLst>
              <a:ext uri="{FF2B5EF4-FFF2-40B4-BE49-F238E27FC236}">
                <a16:creationId xmlns:a16="http://schemas.microsoft.com/office/drawing/2014/main" id="{814253EE-4FA2-4843-BE27-C7D5B08FFB81}"/>
              </a:ext>
            </a:extLst>
          </p:cNvPr>
          <p:cNvSpPr>
            <a:spLocks noGrp="1"/>
          </p:cNvSpPr>
          <p:nvPr>
            <p:ph type="subTitle" idx="1"/>
          </p:nvPr>
        </p:nvSpPr>
        <p:spPr>
          <a:xfrm>
            <a:off x="1339362" y="5815698"/>
            <a:ext cx="9144000" cy="420001"/>
          </a:xfrm>
        </p:spPr>
        <p:txBody>
          <a:bodyPr rtlCol="0">
            <a:normAutofit/>
          </a:bodyPr>
          <a:lstStyle/>
          <a:p>
            <a:pPr rtl="0"/>
            <a:endParaRPr lang="ja-JP" altLang="en-US" sz="2000">
              <a:solidFill>
                <a:srgbClr val="E7E6E6"/>
              </a:solidFill>
              <a:latin typeface="Meiryo UI" panose="020B0604030504040204" pitchFamily="34" charset="-128"/>
              <a:ea typeface="Meiryo UI" panose="020B0604030504040204" pitchFamily="34" charset="-128"/>
              <a:cs typeface="Meiryo UI" panose="020B0604030504040204" pitchFamily="34" charset="-128"/>
            </a:endParaRPr>
          </a:p>
        </p:txBody>
      </p:sp>
    </p:spTree>
    <p:extLst>
      <p:ext uri="{BB962C8B-B14F-4D97-AF65-F5344CB8AC3E}">
        <p14:creationId xmlns:p14="http://schemas.microsoft.com/office/powerpoint/2010/main" val="237296887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0958483_TF44781794_Win32" id="{7DA06546-38BD-48CB-BAC4-835A1C5E0F4C}" vid="{1B2EE71F-99EE-46E2-852D-5D607EDE54C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研究プレゼンテーション</Template>
  <TotalTime>149</TotalTime>
  <Words>308</Words>
  <Application>Microsoft Office PowerPoint</Application>
  <PresentationFormat>ワイド画面</PresentationFormat>
  <Paragraphs>39</Paragraphs>
  <Slides>10</Slides>
  <Notes>9</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10</vt:i4>
      </vt:variant>
    </vt:vector>
  </HeadingPairs>
  <TitlesOfParts>
    <vt:vector size="14" baseType="lpstr">
      <vt:lpstr>Meiryo UI</vt:lpstr>
      <vt:lpstr>游ゴシック</vt:lpstr>
      <vt:lpstr>Arial</vt:lpstr>
      <vt:lpstr>Office テーマ</vt:lpstr>
      <vt:lpstr>Where’s next, Japan?</vt:lpstr>
      <vt:lpstr>PowerPoint プレゼンテーション</vt:lpstr>
      <vt:lpstr>課題</vt:lpstr>
      <vt:lpstr>解決策</vt:lpstr>
      <vt:lpstr>PowerPoint プレゼンテーション</vt:lpstr>
      <vt:lpstr>ソースを評価する</vt:lpstr>
      <vt:lpstr>トピックを絞り込む</vt:lpstr>
      <vt:lpstr>研究を整理する</vt:lpstr>
      <vt:lpstr>研究をプレゼンテーションする</vt:lpstr>
      <vt:lpstr>あがとうございま</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青木　恵</dc:creator>
  <cp:lastModifiedBy>孫　美結</cp:lastModifiedBy>
  <cp:revision>3</cp:revision>
  <dcterms:created xsi:type="dcterms:W3CDTF">2025-08-13T02:25:40Z</dcterms:created>
  <dcterms:modified xsi:type="dcterms:W3CDTF">2025-08-13T06:28:01Z</dcterms:modified>
</cp:coreProperties>
</file>